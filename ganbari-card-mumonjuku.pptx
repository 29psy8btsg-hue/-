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000" y="108000"/>
            <a:ext cx="10476000" cy="7343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7940">
            <a:solidFill>
              <a:srgbClr val="4E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" y="108000"/>
            <a:ext cx="10476000" cy="1188000"/>
          </a:xfrm>
          <a:prstGeom prst="roundRect">
            <a:avLst>
              <a:gd name="adj" fmla="val 4000"/>
            </a:avLst>
          </a:prstGeom>
          <a:solidFill>
            <a:srgbClr val="4EC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20000" y="-503999"/>
            <a:ext cx="1080000" cy="1080000"/>
          </a:xfrm>
          <a:prstGeom prst="ellipse">
            <a:avLst/>
          </a:prstGeom>
          <a:solidFill>
            <a:srgbClr val="BF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80000" y="900000"/>
            <a:ext cx="792000" cy="792000"/>
          </a:xfrm>
          <a:prstGeom prst="ellipse">
            <a:avLst/>
          </a:prstGeom>
          <a:solidFill>
            <a:srgbClr val="BF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00000" y="-468000"/>
            <a:ext cx="936000" cy="936000"/>
          </a:xfrm>
          <a:prstGeom prst="ellipse">
            <a:avLst/>
          </a:prstGeom>
          <a:solidFill>
            <a:srgbClr val="BF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000" y="234000"/>
            <a:ext cx="1080000" cy="936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umonjuk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306000"/>
            <a:ext cx="936000" cy="93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84000" y="234000"/>
            <a:ext cx="5688000" cy="576000"/>
          </a:xfrm>
          <a:prstGeom prst="rect">
            <a:avLst/>
          </a:prstGeom>
          <a:noFill/>
        </p:spPr>
        <p:txBody>
          <a:bodyPr wrap="square" anchor="b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Meiryo"/>
              </a:rPr>
              <a:t>わたしの がんばりカード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0000" y="846000"/>
            <a:ext cx="3456000" cy="288000"/>
          </a:xfrm>
          <a:prstGeom prst="roundRect">
            <a:avLst>
              <a:gd name="adj" fmla="val 50000"/>
            </a:avLst>
          </a:prstGeom>
          <a:solidFill>
            <a:srgbClr val="7DD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0000" y="846000"/>
            <a:ext cx="3456000" cy="288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A3A6B"/>
                </a:solidFill>
                <a:latin typeface="Meiryo"/>
              </a:rPr>
              <a:t>1ヶ月の せいちょうきろく ・ まいにち ふりかえり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80000" y="216000"/>
            <a:ext cx="3060000" cy="88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3999" y="288000"/>
            <a:ext cx="936000" cy="30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BA8C9"/>
                </a:solidFill>
                <a:latin typeface="Meiryo"/>
              </a:rPr>
              <a:t>なまえ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52000" y="576000"/>
            <a:ext cx="1980000" cy="0"/>
          </a:xfrm>
          <a:prstGeom prst="bentConnector3">
            <a:avLst/>
          </a:prstGeom>
          <a:ln w="15240">
            <a:solidFill>
              <a:srgbClr val="C3D0DD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23999" y="640800"/>
            <a:ext cx="936000" cy="30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BA8C9"/>
                </a:solidFill>
                <a:latin typeface="Meiryo"/>
              </a:rPr>
              <a:t>　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000" y="640800"/>
            <a:ext cx="540000" cy="30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BA8C9"/>
                </a:solidFill>
                <a:latin typeface="Meiryo"/>
              </a:rPr>
              <a:t>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96000" y="928800"/>
            <a:ext cx="576000" cy="0"/>
          </a:xfrm>
          <a:prstGeom prst="bentConnector3">
            <a:avLst/>
          </a:prstGeom>
          <a:ln w="15240">
            <a:solidFill>
              <a:srgbClr val="C3D0DD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08000" y="640800"/>
            <a:ext cx="1296000" cy="30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BA8C9"/>
                </a:solidFill>
                <a:latin typeface="Meiryo"/>
              </a:rPr>
              <a:t>）月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999" y="1386000"/>
            <a:ext cx="3276000" cy="630000"/>
          </a:xfrm>
          <a:prstGeom prst="roundRect">
            <a:avLst>
              <a:gd name="adj" fmla="val 12000"/>
            </a:avLst>
          </a:prstGeom>
          <a:solidFill>
            <a:srgbClr val="F3F9FC"/>
          </a:solidFill>
          <a:ln w="17780">
            <a:solidFill>
              <a:srgbClr val="4E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51999" y="1465200"/>
            <a:ext cx="57600" cy="471600"/>
          </a:xfrm>
          <a:prstGeom prst="roundRect">
            <a:avLst>
              <a:gd name="adj" fmla="val 50000"/>
            </a:avLst>
          </a:prstGeom>
          <a:solidFill>
            <a:srgbClr val="4EC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999" y="1436400"/>
            <a:ext cx="3096000" cy="21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EC5E0"/>
                </a:solidFill>
                <a:latin typeface="Meiryo"/>
              </a:rPr>
              <a:t>ながい もくひょう</a:t>
            </a:r>
            <a:r>
              <a:rPr sz="800" b="0">
                <a:solidFill>
                  <a:srgbClr val="94A3B8"/>
                </a:solidFill>
                <a:latin typeface="Meiryo"/>
              </a:rPr>
              <a:t>  （個別支援計画より）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6000" y="1861200"/>
            <a:ext cx="2987999" cy="0"/>
          </a:xfrm>
          <a:prstGeom prst="bentConnector3">
            <a:avLst/>
          </a:prstGeom>
          <a:ln w="15240">
            <a:solidFill>
              <a:srgbClr val="C3D0DD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07999" y="1386000"/>
            <a:ext cx="3276000" cy="630000"/>
          </a:xfrm>
          <a:prstGeom prst="roundRect">
            <a:avLst>
              <a:gd name="adj" fmla="val 12000"/>
            </a:avLst>
          </a:prstGeom>
          <a:solidFill>
            <a:srgbClr val="F3F9FC"/>
          </a:solidFill>
          <a:ln w="1778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07999" y="1465200"/>
            <a:ext cx="57600" cy="47160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33999" y="1436400"/>
            <a:ext cx="3096000" cy="21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8C42"/>
                </a:solidFill>
                <a:latin typeface="Meiryo"/>
              </a:rPr>
              <a:t>今月の チャレンジ</a:t>
            </a:r>
            <a:r>
              <a:rPr sz="800" b="0">
                <a:solidFill>
                  <a:srgbClr val="94A3B8"/>
                </a:solidFill>
                <a:latin typeface="Meiryo"/>
              </a:rPr>
              <a:t>  （自分で きめる 近い 目標）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51999" y="1861200"/>
            <a:ext cx="2988001" cy="0"/>
          </a:xfrm>
          <a:prstGeom prst="bentConnector3">
            <a:avLst/>
          </a:prstGeom>
          <a:ln w="15240">
            <a:solidFill>
              <a:srgbClr val="C3D0DD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63999" y="1386000"/>
            <a:ext cx="3276000" cy="630000"/>
          </a:xfrm>
          <a:prstGeom prst="roundRect">
            <a:avLst>
              <a:gd name="adj" fmla="val 12000"/>
            </a:avLst>
          </a:prstGeom>
          <a:solidFill>
            <a:srgbClr val="F3F9FC"/>
          </a:solidFill>
          <a:ln w="17780">
            <a:solidFill>
              <a:srgbClr val="E81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63999" y="1465200"/>
            <a:ext cx="57600" cy="471600"/>
          </a:xfrm>
          <a:prstGeom prst="roundRect">
            <a:avLst>
              <a:gd name="adj" fmla="val 50000"/>
            </a:avLst>
          </a:prstGeom>
          <a:solidFill>
            <a:srgbClr val="E81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0000" y="1436400"/>
            <a:ext cx="3096000" cy="21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8197D"/>
                </a:solidFill>
                <a:latin typeface="Meiryo"/>
              </a:rPr>
              <a:t>おうえん</a:t>
            </a:r>
            <a:r>
              <a:rPr sz="800" b="0">
                <a:solidFill>
                  <a:srgbClr val="94A3B8"/>
                </a:solidFill>
                <a:latin typeface="Meiryo"/>
              </a:rPr>
              <a:t>  （おうちの人・先生から）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07999" y="1861200"/>
            <a:ext cx="2988000" cy="0"/>
          </a:xfrm>
          <a:prstGeom prst="bentConnector3">
            <a:avLst/>
          </a:prstGeom>
          <a:ln w="15240">
            <a:solidFill>
              <a:srgbClr val="C3D0DD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51999" y="2080800"/>
            <a:ext cx="3420000" cy="251999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8197D"/>
                </a:solidFill>
                <a:latin typeface="Meiryo"/>
              </a:rPr>
              <a:t>できた日に シールを はろう（1ヶ月）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51999" y="2116800"/>
            <a:ext cx="2736000" cy="223200"/>
          </a:xfrm>
          <a:prstGeom prst="roundRect">
            <a:avLst>
              <a:gd name="adj" fmla="val 50000"/>
            </a:avLst>
          </a:prstGeom>
          <a:solidFill>
            <a:srgbClr val="E6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1999" y="2116800"/>
            <a:ext cx="2736000" cy="223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BA8C9"/>
                </a:solidFill>
                <a:latin typeface="Meiryo"/>
              </a:rPr>
              <a:t>シールが ふえると せいちょうが 見える！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999" y="2376000"/>
            <a:ext cx="10188000" cy="460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EC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2800" y="2440800"/>
            <a:ext cx="331200" cy="331200"/>
          </a:xfrm>
          <a:prstGeom prst="ellipse">
            <a:avLst/>
          </a:prstGeom>
          <a:solidFill>
            <a:srgbClr val="4EC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800" y="2429999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999" y="2419200"/>
            <a:ext cx="1908000" cy="378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3A6B"/>
                </a:solidFill>
                <a:latin typeface="Meiryo"/>
              </a:rPr>
              <a:t>おだやかな こえ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Meiryo"/>
              </a:rPr>
              <a:t>落ち着いた 声で 話す</a:t>
            </a:r>
          </a:p>
        </p:txBody>
      </p:sp>
      <p:sp>
        <p:nvSpPr>
          <p:cNvPr id="38" name="Oval 37"/>
          <p:cNvSpPr/>
          <p:nvPr/>
        </p:nvSpPr>
        <p:spPr>
          <a:xfrm>
            <a:off x="2736000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36000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</a:t>
            </a:r>
          </a:p>
        </p:txBody>
      </p:sp>
      <p:sp>
        <p:nvSpPr>
          <p:cNvPr id="40" name="Oval 39"/>
          <p:cNvSpPr/>
          <p:nvPr/>
        </p:nvSpPr>
        <p:spPr>
          <a:xfrm>
            <a:off x="3118357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18357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2</a:t>
            </a:r>
          </a:p>
        </p:txBody>
      </p:sp>
      <p:sp>
        <p:nvSpPr>
          <p:cNvPr id="42" name="Oval 41"/>
          <p:cNvSpPr/>
          <p:nvPr/>
        </p:nvSpPr>
        <p:spPr>
          <a:xfrm>
            <a:off x="3500715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0715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3</a:t>
            </a:r>
          </a:p>
        </p:txBody>
      </p:sp>
      <p:sp>
        <p:nvSpPr>
          <p:cNvPr id="44" name="Oval 43"/>
          <p:cNvSpPr/>
          <p:nvPr/>
        </p:nvSpPr>
        <p:spPr>
          <a:xfrm>
            <a:off x="3883073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83073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4</a:t>
            </a:r>
          </a:p>
        </p:txBody>
      </p:sp>
      <p:sp>
        <p:nvSpPr>
          <p:cNvPr id="46" name="Oval 45"/>
          <p:cNvSpPr/>
          <p:nvPr/>
        </p:nvSpPr>
        <p:spPr>
          <a:xfrm>
            <a:off x="4265431" y="244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5-Point Star 46"/>
          <p:cNvSpPr/>
          <p:nvPr/>
        </p:nvSpPr>
        <p:spPr>
          <a:xfrm>
            <a:off x="4338295" y="2520287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647789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47789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5030147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30147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7</a:t>
            </a:r>
          </a:p>
        </p:txBody>
      </p:sp>
      <p:sp>
        <p:nvSpPr>
          <p:cNvPr id="52" name="Oval 51"/>
          <p:cNvSpPr/>
          <p:nvPr/>
        </p:nvSpPr>
        <p:spPr>
          <a:xfrm>
            <a:off x="5412505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2505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8</a:t>
            </a:r>
          </a:p>
        </p:txBody>
      </p:sp>
      <p:sp>
        <p:nvSpPr>
          <p:cNvPr id="54" name="Oval 53"/>
          <p:cNvSpPr/>
          <p:nvPr/>
        </p:nvSpPr>
        <p:spPr>
          <a:xfrm>
            <a:off x="5794863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94863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9</a:t>
            </a:r>
          </a:p>
        </p:txBody>
      </p:sp>
      <p:sp>
        <p:nvSpPr>
          <p:cNvPr id="56" name="Oval 55"/>
          <p:cNvSpPr/>
          <p:nvPr/>
        </p:nvSpPr>
        <p:spPr>
          <a:xfrm>
            <a:off x="6177221" y="244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5-Point Star 56"/>
          <p:cNvSpPr/>
          <p:nvPr/>
        </p:nvSpPr>
        <p:spPr>
          <a:xfrm>
            <a:off x="6250085" y="2520287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59578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59578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11</a:t>
            </a:r>
          </a:p>
        </p:txBody>
      </p:sp>
      <p:sp>
        <p:nvSpPr>
          <p:cNvPr id="60" name="Oval 59"/>
          <p:cNvSpPr/>
          <p:nvPr/>
        </p:nvSpPr>
        <p:spPr>
          <a:xfrm>
            <a:off x="6941936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41936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12</a:t>
            </a:r>
          </a:p>
        </p:txBody>
      </p:sp>
      <p:sp>
        <p:nvSpPr>
          <p:cNvPr id="62" name="Oval 61"/>
          <p:cNvSpPr/>
          <p:nvPr/>
        </p:nvSpPr>
        <p:spPr>
          <a:xfrm>
            <a:off x="7324294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24294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13</a:t>
            </a:r>
          </a:p>
        </p:txBody>
      </p:sp>
      <p:sp>
        <p:nvSpPr>
          <p:cNvPr id="64" name="Oval 63"/>
          <p:cNvSpPr/>
          <p:nvPr/>
        </p:nvSpPr>
        <p:spPr>
          <a:xfrm>
            <a:off x="7706652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06652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14</a:t>
            </a:r>
          </a:p>
        </p:txBody>
      </p:sp>
      <p:sp>
        <p:nvSpPr>
          <p:cNvPr id="66" name="Oval 65"/>
          <p:cNvSpPr/>
          <p:nvPr/>
        </p:nvSpPr>
        <p:spPr>
          <a:xfrm>
            <a:off x="8089010" y="244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5-Point Star 66"/>
          <p:cNvSpPr/>
          <p:nvPr/>
        </p:nvSpPr>
        <p:spPr>
          <a:xfrm>
            <a:off x="8161874" y="2520287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471368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71368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16</a:t>
            </a:r>
          </a:p>
        </p:txBody>
      </p:sp>
      <p:sp>
        <p:nvSpPr>
          <p:cNvPr id="70" name="Oval 69"/>
          <p:cNvSpPr/>
          <p:nvPr/>
        </p:nvSpPr>
        <p:spPr>
          <a:xfrm>
            <a:off x="8853726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53726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17</a:t>
            </a:r>
          </a:p>
        </p:txBody>
      </p:sp>
      <p:sp>
        <p:nvSpPr>
          <p:cNvPr id="72" name="Oval 71"/>
          <p:cNvSpPr/>
          <p:nvPr/>
        </p:nvSpPr>
        <p:spPr>
          <a:xfrm>
            <a:off x="9236084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36084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18</a:t>
            </a:r>
          </a:p>
        </p:txBody>
      </p:sp>
      <p:sp>
        <p:nvSpPr>
          <p:cNvPr id="74" name="Oval 73"/>
          <p:cNvSpPr/>
          <p:nvPr/>
        </p:nvSpPr>
        <p:spPr>
          <a:xfrm>
            <a:off x="9618442" y="24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18442" y="24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19</a:t>
            </a:r>
          </a:p>
        </p:txBody>
      </p:sp>
      <p:sp>
        <p:nvSpPr>
          <p:cNvPr id="76" name="Oval 75"/>
          <p:cNvSpPr/>
          <p:nvPr/>
        </p:nvSpPr>
        <p:spPr>
          <a:xfrm>
            <a:off x="10000799" y="2440800"/>
            <a:ext cx="331200" cy="331200"/>
          </a:xfrm>
          <a:prstGeom prst="ellipse">
            <a:avLst/>
          </a:prstGeom>
          <a:solidFill>
            <a:srgbClr val="FCE7F0"/>
          </a:solidFill>
          <a:ln w="17780">
            <a:solidFill>
              <a:srgbClr val="E81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5-Point Star 76"/>
          <p:cNvSpPr/>
          <p:nvPr/>
        </p:nvSpPr>
        <p:spPr>
          <a:xfrm>
            <a:off x="10060415" y="2507040"/>
            <a:ext cx="211968" cy="211968"/>
          </a:xfrm>
          <a:prstGeom prst="star5">
            <a:avLst/>
          </a:prstGeom>
          <a:solidFill>
            <a:srgbClr val="E81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51999" y="2916000"/>
            <a:ext cx="10188000" cy="460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68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52800" y="2980800"/>
            <a:ext cx="331200" cy="331200"/>
          </a:xfrm>
          <a:prstGeom prst="ellipse">
            <a:avLst/>
          </a:prstGeom>
          <a:solidFill>
            <a:srgbClr val="F68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2800" y="29700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7999" y="2959199"/>
            <a:ext cx="1908000" cy="378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3A6B"/>
                </a:solidFill>
                <a:latin typeface="Meiryo"/>
              </a:rPr>
              <a:t>やさしい 言葉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Meiryo"/>
              </a:rPr>
              <a:t>ふわふわ 言葉を 使う</a:t>
            </a:r>
          </a:p>
        </p:txBody>
      </p:sp>
      <p:sp>
        <p:nvSpPr>
          <p:cNvPr id="82" name="Oval 81"/>
          <p:cNvSpPr/>
          <p:nvPr/>
        </p:nvSpPr>
        <p:spPr>
          <a:xfrm>
            <a:off x="2736000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36000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</a:t>
            </a:r>
          </a:p>
        </p:txBody>
      </p:sp>
      <p:sp>
        <p:nvSpPr>
          <p:cNvPr id="84" name="Oval 83"/>
          <p:cNvSpPr/>
          <p:nvPr/>
        </p:nvSpPr>
        <p:spPr>
          <a:xfrm>
            <a:off x="3118357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18357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2</a:t>
            </a:r>
          </a:p>
        </p:txBody>
      </p:sp>
      <p:sp>
        <p:nvSpPr>
          <p:cNvPr id="86" name="Oval 85"/>
          <p:cNvSpPr/>
          <p:nvPr/>
        </p:nvSpPr>
        <p:spPr>
          <a:xfrm>
            <a:off x="3500715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00715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3</a:t>
            </a:r>
          </a:p>
        </p:txBody>
      </p:sp>
      <p:sp>
        <p:nvSpPr>
          <p:cNvPr id="88" name="Oval 87"/>
          <p:cNvSpPr/>
          <p:nvPr/>
        </p:nvSpPr>
        <p:spPr>
          <a:xfrm>
            <a:off x="3883073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83073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4</a:t>
            </a:r>
          </a:p>
        </p:txBody>
      </p:sp>
      <p:sp>
        <p:nvSpPr>
          <p:cNvPr id="90" name="Oval 89"/>
          <p:cNvSpPr/>
          <p:nvPr/>
        </p:nvSpPr>
        <p:spPr>
          <a:xfrm>
            <a:off x="4265431" y="298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5-Point Star 90"/>
          <p:cNvSpPr/>
          <p:nvPr/>
        </p:nvSpPr>
        <p:spPr>
          <a:xfrm>
            <a:off x="4338295" y="306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647789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47789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6</a:t>
            </a:r>
          </a:p>
        </p:txBody>
      </p:sp>
      <p:sp>
        <p:nvSpPr>
          <p:cNvPr id="94" name="Oval 93"/>
          <p:cNvSpPr/>
          <p:nvPr/>
        </p:nvSpPr>
        <p:spPr>
          <a:xfrm>
            <a:off x="5030147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30147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7</a:t>
            </a:r>
          </a:p>
        </p:txBody>
      </p:sp>
      <p:sp>
        <p:nvSpPr>
          <p:cNvPr id="96" name="Oval 95"/>
          <p:cNvSpPr/>
          <p:nvPr/>
        </p:nvSpPr>
        <p:spPr>
          <a:xfrm>
            <a:off x="5412505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12505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8</a:t>
            </a:r>
          </a:p>
        </p:txBody>
      </p:sp>
      <p:sp>
        <p:nvSpPr>
          <p:cNvPr id="98" name="Oval 97"/>
          <p:cNvSpPr/>
          <p:nvPr/>
        </p:nvSpPr>
        <p:spPr>
          <a:xfrm>
            <a:off x="5794863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94863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6177221" y="298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5-Point Star 100"/>
          <p:cNvSpPr/>
          <p:nvPr/>
        </p:nvSpPr>
        <p:spPr>
          <a:xfrm>
            <a:off x="6250085" y="306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559578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559578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11</a:t>
            </a:r>
          </a:p>
        </p:txBody>
      </p:sp>
      <p:sp>
        <p:nvSpPr>
          <p:cNvPr id="104" name="Oval 103"/>
          <p:cNvSpPr/>
          <p:nvPr/>
        </p:nvSpPr>
        <p:spPr>
          <a:xfrm>
            <a:off x="6941936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941936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12</a:t>
            </a:r>
          </a:p>
        </p:txBody>
      </p:sp>
      <p:sp>
        <p:nvSpPr>
          <p:cNvPr id="106" name="Oval 105"/>
          <p:cNvSpPr/>
          <p:nvPr/>
        </p:nvSpPr>
        <p:spPr>
          <a:xfrm>
            <a:off x="7324294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24294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13</a:t>
            </a:r>
          </a:p>
        </p:txBody>
      </p:sp>
      <p:sp>
        <p:nvSpPr>
          <p:cNvPr id="108" name="Oval 107"/>
          <p:cNvSpPr/>
          <p:nvPr/>
        </p:nvSpPr>
        <p:spPr>
          <a:xfrm>
            <a:off x="7706652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706652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14</a:t>
            </a:r>
          </a:p>
        </p:txBody>
      </p:sp>
      <p:sp>
        <p:nvSpPr>
          <p:cNvPr id="110" name="Oval 109"/>
          <p:cNvSpPr/>
          <p:nvPr/>
        </p:nvSpPr>
        <p:spPr>
          <a:xfrm>
            <a:off x="8089010" y="298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5-Point Star 110"/>
          <p:cNvSpPr/>
          <p:nvPr/>
        </p:nvSpPr>
        <p:spPr>
          <a:xfrm>
            <a:off x="8161874" y="306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471368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71368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16</a:t>
            </a:r>
          </a:p>
        </p:txBody>
      </p:sp>
      <p:sp>
        <p:nvSpPr>
          <p:cNvPr id="114" name="Oval 113"/>
          <p:cNvSpPr/>
          <p:nvPr/>
        </p:nvSpPr>
        <p:spPr>
          <a:xfrm>
            <a:off x="8853726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853726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17</a:t>
            </a:r>
          </a:p>
        </p:txBody>
      </p:sp>
      <p:sp>
        <p:nvSpPr>
          <p:cNvPr id="116" name="Oval 115"/>
          <p:cNvSpPr/>
          <p:nvPr/>
        </p:nvSpPr>
        <p:spPr>
          <a:xfrm>
            <a:off x="9236084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36084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18</a:t>
            </a:r>
          </a:p>
        </p:txBody>
      </p:sp>
      <p:sp>
        <p:nvSpPr>
          <p:cNvPr id="118" name="Oval 117"/>
          <p:cNvSpPr/>
          <p:nvPr/>
        </p:nvSpPr>
        <p:spPr>
          <a:xfrm>
            <a:off x="9618442" y="298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618442" y="297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19</a:t>
            </a:r>
          </a:p>
        </p:txBody>
      </p:sp>
      <p:sp>
        <p:nvSpPr>
          <p:cNvPr id="120" name="Oval 119"/>
          <p:cNvSpPr/>
          <p:nvPr/>
        </p:nvSpPr>
        <p:spPr>
          <a:xfrm>
            <a:off x="10000799" y="2980800"/>
            <a:ext cx="331200" cy="331200"/>
          </a:xfrm>
          <a:prstGeom prst="ellipse">
            <a:avLst/>
          </a:prstGeom>
          <a:solidFill>
            <a:srgbClr val="FCE7F0"/>
          </a:solidFill>
          <a:ln w="17780">
            <a:solidFill>
              <a:srgbClr val="E81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5-Point Star 120"/>
          <p:cNvSpPr/>
          <p:nvPr/>
        </p:nvSpPr>
        <p:spPr>
          <a:xfrm>
            <a:off x="10060415" y="3047039"/>
            <a:ext cx="211968" cy="211968"/>
          </a:xfrm>
          <a:prstGeom prst="star5">
            <a:avLst/>
          </a:prstGeom>
          <a:solidFill>
            <a:srgbClr val="E81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251999" y="3456000"/>
            <a:ext cx="10188000" cy="460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52800" y="3520800"/>
            <a:ext cx="331200" cy="331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52800" y="35100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7999" y="3499199"/>
            <a:ext cx="1908000" cy="378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3A6B"/>
                </a:solidFill>
                <a:latin typeface="Meiryo"/>
              </a:rPr>
              <a:t>手・足は おだやかに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Meiryo"/>
              </a:rPr>
              <a:t>たたかない・けらない</a:t>
            </a:r>
          </a:p>
        </p:txBody>
      </p:sp>
      <p:sp>
        <p:nvSpPr>
          <p:cNvPr id="126" name="Oval 125"/>
          <p:cNvSpPr/>
          <p:nvPr/>
        </p:nvSpPr>
        <p:spPr>
          <a:xfrm>
            <a:off x="2736000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736000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</a:t>
            </a:r>
          </a:p>
        </p:txBody>
      </p:sp>
      <p:sp>
        <p:nvSpPr>
          <p:cNvPr id="128" name="Oval 127"/>
          <p:cNvSpPr/>
          <p:nvPr/>
        </p:nvSpPr>
        <p:spPr>
          <a:xfrm>
            <a:off x="3118357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118357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2</a:t>
            </a:r>
          </a:p>
        </p:txBody>
      </p:sp>
      <p:sp>
        <p:nvSpPr>
          <p:cNvPr id="130" name="Oval 129"/>
          <p:cNvSpPr/>
          <p:nvPr/>
        </p:nvSpPr>
        <p:spPr>
          <a:xfrm>
            <a:off x="3500715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500715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3</a:t>
            </a:r>
          </a:p>
        </p:txBody>
      </p:sp>
      <p:sp>
        <p:nvSpPr>
          <p:cNvPr id="132" name="Oval 131"/>
          <p:cNvSpPr/>
          <p:nvPr/>
        </p:nvSpPr>
        <p:spPr>
          <a:xfrm>
            <a:off x="3883073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883073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4</a:t>
            </a:r>
          </a:p>
        </p:txBody>
      </p:sp>
      <p:sp>
        <p:nvSpPr>
          <p:cNvPr id="134" name="Oval 133"/>
          <p:cNvSpPr/>
          <p:nvPr/>
        </p:nvSpPr>
        <p:spPr>
          <a:xfrm>
            <a:off x="4265431" y="352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5-Point Star 134"/>
          <p:cNvSpPr/>
          <p:nvPr/>
        </p:nvSpPr>
        <p:spPr>
          <a:xfrm>
            <a:off x="4338295" y="360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4647789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647789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6</a:t>
            </a:r>
          </a:p>
        </p:txBody>
      </p:sp>
      <p:sp>
        <p:nvSpPr>
          <p:cNvPr id="138" name="Oval 137"/>
          <p:cNvSpPr/>
          <p:nvPr/>
        </p:nvSpPr>
        <p:spPr>
          <a:xfrm>
            <a:off x="5030147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030147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7</a:t>
            </a:r>
          </a:p>
        </p:txBody>
      </p:sp>
      <p:sp>
        <p:nvSpPr>
          <p:cNvPr id="140" name="Oval 139"/>
          <p:cNvSpPr/>
          <p:nvPr/>
        </p:nvSpPr>
        <p:spPr>
          <a:xfrm>
            <a:off x="5412505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12505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8</a:t>
            </a:r>
          </a:p>
        </p:txBody>
      </p:sp>
      <p:sp>
        <p:nvSpPr>
          <p:cNvPr id="142" name="Oval 141"/>
          <p:cNvSpPr/>
          <p:nvPr/>
        </p:nvSpPr>
        <p:spPr>
          <a:xfrm>
            <a:off x="5794863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794863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9</a:t>
            </a:r>
          </a:p>
        </p:txBody>
      </p:sp>
      <p:sp>
        <p:nvSpPr>
          <p:cNvPr id="144" name="Oval 143"/>
          <p:cNvSpPr/>
          <p:nvPr/>
        </p:nvSpPr>
        <p:spPr>
          <a:xfrm>
            <a:off x="6177221" y="352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5-Point Star 144"/>
          <p:cNvSpPr/>
          <p:nvPr/>
        </p:nvSpPr>
        <p:spPr>
          <a:xfrm>
            <a:off x="6250085" y="360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559578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559578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11</a:t>
            </a:r>
          </a:p>
        </p:txBody>
      </p:sp>
      <p:sp>
        <p:nvSpPr>
          <p:cNvPr id="148" name="Oval 147"/>
          <p:cNvSpPr/>
          <p:nvPr/>
        </p:nvSpPr>
        <p:spPr>
          <a:xfrm>
            <a:off x="6941936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941936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12</a:t>
            </a:r>
          </a:p>
        </p:txBody>
      </p:sp>
      <p:sp>
        <p:nvSpPr>
          <p:cNvPr id="150" name="Oval 149"/>
          <p:cNvSpPr/>
          <p:nvPr/>
        </p:nvSpPr>
        <p:spPr>
          <a:xfrm>
            <a:off x="7324294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324294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13</a:t>
            </a:r>
          </a:p>
        </p:txBody>
      </p:sp>
      <p:sp>
        <p:nvSpPr>
          <p:cNvPr id="152" name="Oval 151"/>
          <p:cNvSpPr/>
          <p:nvPr/>
        </p:nvSpPr>
        <p:spPr>
          <a:xfrm>
            <a:off x="7706652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706652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14</a:t>
            </a:r>
          </a:p>
        </p:txBody>
      </p:sp>
      <p:sp>
        <p:nvSpPr>
          <p:cNvPr id="154" name="Oval 153"/>
          <p:cNvSpPr/>
          <p:nvPr/>
        </p:nvSpPr>
        <p:spPr>
          <a:xfrm>
            <a:off x="8089010" y="352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5-Point Star 154"/>
          <p:cNvSpPr/>
          <p:nvPr/>
        </p:nvSpPr>
        <p:spPr>
          <a:xfrm>
            <a:off x="8161874" y="360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471368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471368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16</a:t>
            </a:r>
          </a:p>
        </p:txBody>
      </p:sp>
      <p:sp>
        <p:nvSpPr>
          <p:cNvPr id="158" name="Oval 157"/>
          <p:cNvSpPr/>
          <p:nvPr/>
        </p:nvSpPr>
        <p:spPr>
          <a:xfrm>
            <a:off x="8853726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853726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17</a:t>
            </a:r>
          </a:p>
        </p:txBody>
      </p:sp>
      <p:sp>
        <p:nvSpPr>
          <p:cNvPr id="160" name="Oval 159"/>
          <p:cNvSpPr/>
          <p:nvPr/>
        </p:nvSpPr>
        <p:spPr>
          <a:xfrm>
            <a:off x="9236084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236084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18</a:t>
            </a:r>
          </a:p>
        </p:txBody>
      </p:sp>
      <p:sp>
        <p:nvSpPr>
          <p:cNvPr id="162" name="Oval 161"/>
          <p:cNvSpPr/>
          <p:nvPr/>
        </p:nvSpPr>
        <p:spPr>
          <a:xfrm>
            <a:off x="9618442" y="352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618442" y="351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19</a:t>
            </a:r>
          </a:p>
        </p:txBody>
      </p:sp>
      <p:sp>
        <p:nvSpPr>
          <p:cNvPr id="164" name="Oval 163"/>
          <p:cNvSpPr/>
          <p:nvPr/>
        </p:nvSpPr>
        <p:spPr>
          <a:xfrm>
            <a:off x="10000799" y="3520800"/>
            <a:ext cx="331200" cy="331200"/>
          </a:xfrm>
          <a:prstGeom prst="ellipse">
            <a:avLst/>
          </a:prstGeom>
          <a:solidFill>
            <a:srgbClr val="FCE7F0"/>
          </a:solidFill>
          <a:ln w="17780">
            <a:solidFill>
              <a:srgbClr val="E81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5-Point Star 164"/>
          <p:cNvSpPr/>
          <p:nvPr/>
        </p:nvSpPr>
        <p:spPr>
          <a:xfrm>
            <a:off x="10060415" y="3587039"/>
            <a:ext cx="211968" cy="211968"/>
          </a:xfrm>
          <a:prstGeom prst="star5">
            <a:avLst/>
          </a:prstGeom>
          <a:solidFill>
            <a:srgbClr val="E81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251999" y="3996000"/>
            <a:ext cx="10188000" cy="460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52800" y="4060800"/>
            <a:ext cx="331200" cy="33120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52800" y="40500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37999" y="4039199"/>
            <a:ext cx="1908000" cy="378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3A6B"/>
                </a:solidFill>
                <a:latin typeface="Meiryo"/>
              </a:rPr>
              <a:t>すわって とりくむ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Meiryo"/>
              </a:rPr>
              <a:t>自分の 場所で おちついて</a:t>
            </a:r>
          </a:p>
        </p:txBody>
      </p:sp>
      <p:sp>
        <p:nvSpPr>
          <p:cNvPr id="170" name="Oval 169"/>
          <p:cNvSpPr/>
          <p:nvPr/>
        </p:nvSpPr>
        <p:spPr>
          <a:xfrm>
            <a:off x="2736000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736000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</a:t>
            </a:r>
          </a:p>
        </p:txBody>
      </p:sp>
      <p:sp>
        <p:nvSpPr>
          <p:cNvPr id="172" name="Oval 171"/>
          <p:cNvSpPr/>
          <p:nvPr/>
        </p:nvSpPr>
        <p:spPr>
          <a:xfrm>
            <a:off x="3118357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118357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2</a:t>
            </a:r>
          </a:p>
        </p:txBody>
      </p:sp>
      <p:sp>
        <p:nvSpPr>
          <p:cNvPr id="174" name="Oval 173"/>
          <p:cNvSpPr/>
          <p:nvPr/>
        </p:nvSpPr>
        <p:spPr>
          <a:xfrm>
            <a:off x="3500715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500715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3</a:t>
            </a:r>
          </a:p>
        </p:txBody>
      </p:sp>
      <p:sp>
        <p:nvSpPr>
          <p:cNvPr id="176" name="Oval 175"/>
          <p:cNvSpPr/>
          <p:nvPr/>
        </p:nvSpPr>
        <p:spPr>
          <a:xfrm>
            <a:off x="3883073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883073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4</a:t>
            </a:r>
          </a:p>
        </p:txBody>
      </p:sp>
      <p:sp>
        <p:nvSpPr>
          <p:cNvPr id="178" name="Oval 177"/>
          <p:cNvSpPr/>
          <p:nvPr/>
        </p:nvSpPr>
        <p:spPr>
          <a:xfrm>
            <a:off x="4265431" y="406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5-Point Star 178"/>
          <p:cNvSpPr/>
          <p:nvPr/>
        </p:nvSpPr>
        <p:spPr>
          <a:xfrm>
            <a:off x="4338295" y="414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647789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647789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6</a:t>
            </a:r>
          </a:p>
        </p:txBody>
      </p:sp>
      <p:sp>
        <p:nvSpPr>
          <p:cNvPr id="182" name="Oval 181"/>
          <p:cNvSpPr/>
          <p:nvPr/>
        </p:nvSpPr>
        <p:spPr>
          <a:xfrm>
            <a:off x="5030147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030147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7</a:t>
            </a:r>
          </a:p>
        </p:txBody>
      </p:sp>
      <p:sp>
        <p:nvSpPr>
          <p:cNvPr id="184" name="Oval 183"/>
          <p:cNvSpPr/>
          <p:nvPr/>
        </p:nvSpPr>
        <p:spPr>
          <a:xfrm>
            <a:off x="5412505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412505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8</a:t>
            </a:r>
          </a:p>
        </p:txBody>
      </p:sp>
      <p:sp>
        <p:nvSpPr>
          <p:cNvPr id="186" name="Oval 185"/>
          <p:cNvSpPr/>
          <p:nvPr/>
        </p:nvSpPr>
        <p:spPr>
          <a:xfrm>
            <a:off x="5794863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794863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9</a:t>
            </a:r>
          </a:p>
        </p:txBody>
      </p:sp>
      <p:sp>
        <p:nvSpPr>
          <p:cNvPr id="188" name="Oval 187"/>
          <p:cNvSpPr/>
          <p:nvPr/>
        </p:nvSpPr>
        <p:spPr>
          <a:xfrm>
            <a:off x="6177221" y="406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5-Point Star 188"/>
          <p:cNvSpPr/>
          <p:nvPr/>
        </p:nvSpPr>
        <p:spPr>
          <a:xfrm>
            <a:off x="6250085" y="414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559578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559578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11</a:t>
            </a:r>
          </a:p>
        </p:txBody>
      </p:sp>
      <p:sp>
        <p:nvSpPr>
          <p:cNvPr id="192" name="Oval 191"/>
          <p:cNvSpPr/>
          <p:nvPr/>
        </p:nvSpPr>
        <p:spPr>
          <a:xfrm>
            <a:off x="6941936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941936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12</a:t>
            </a:r>
          </a:p>
        </p:txBody>
      </p:sp>
      <p:sp>
        <p:nvSpPr>
          <p:cNvPr id="194" name="Oval 193"/>
          <p:cNvSpPr/>
          <p:nvPr/>
        </p:nvSpPr>
        <p:spPr>
          <a:xfrm>
            <a:off x="7324294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324294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13</a:t>
            </a:r>
          </a:p>
        </p:txBody>
      </p:sp>
      <p:sp>
        <p:nvSpPr>
          <p:cNvPr id="196" name="Oval 195"/>
          <p:cNvSpPr/>
          <p:nvPr/>
        </p:nvSpPr>
        <p:spPr>
          <a:xfrm>
            <a:off x="7706652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7706652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14</a:t>
            </a:r>
          </a:p>
        </p:txBody>
      </p:sp>
      <p:sp>
        <p:nvSpPr>
          <p:cNvPr id="198" name="Oval 197"/>
          <p:cNvSpPr/>
          <p:nvPr/>
        </p:nvSpPr>
        <p:spPr>
          <a:xfrm>
            <a:off x="8089010" y="406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5-Point Star 198"/>
          <p:cNvSpPr/>
          <p:nvPr/>
        </p:nvSpPr>
        <p:spPr>
          <a:xfrm>
            <a:off x="8161874" y="414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471368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471368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16</a:t>
            </a:r>
          </a:p>
        </p:txBody>
      </p:sp>
      <p:sp>
        <p:nvSpPr>
          <p:cNvPr id="202" name="Oval 201"/>
          <p:cNvSpPr/>
          <p:nvPr/>
        </p:nvSpPr>
        <p:spPr>
          <a:xfrm>
            <a:off x="8853726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853726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17</a:t>
            </a:r>
          </a:p>
        </p:txBody>
      </p:sp>
      <p:sp>
        <p:nvSpPr>
          <p:cNvPr id="204" name="Oval 203"/>
          <p:cNvSpPr/>
          <p:nvPr/>
        </p:nvSpPr>
        <p:spPr>
          <a:xfrm>
            <a:off x="9236084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236084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18</a:t>
            </a:r>
          </a:p>
        </p:txBody>
      </p:sp>
      <p:sp>
        <p:nvSpPr>
          <p:cNvPr id="206" name="Oval 205"/>
          <p:cNvSpPr/>
          <p:nvPr/>
        </p:nvSpPr>
        <p:spPr>
          <a:xfrm>
            <a:off x="9618442" y="406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618442" y="405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19</a:t>
            </a:r>
          </a:p>
        </p:txBody>
      </p:sp>
      <p:sp>
        <p:nvSpPr>
          <p:cNvPr id="208" name="Oval 207"/>
          <p:cNvSpPr/>
          <p:nvPr/>
        </p:nvSpPr>
        <p:spPr>
          <a:xfrm>
            <a:off x="10000799" y="4060800"/>
            <a:ext cx="331200" cy="331200"/>
          </a:xfrm>
          <a:prstGeom prst="ellipse">
            <a:avLst/>
          </a:prstGeom>
          <a:solidFill>
            <a:srgbClr val="FCE7F0"/>
          </a:solidFill>
          <a:ln w="17780">
            <a:solidFill>
              <a:srgbClr val="E81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5-Point Star 208"/>
          <p:cNvSpPr/>
          <p:nvPr/>
        </p:nvSpPr>
        <p:spPr>
          <a:xfrm>
            <a:off x="10060415" y="4127039"/>
            <a:ext cx="211968" cy="211968"/>
          </a:xfrm>
          <a:prstGeom prst="star5">
            <a:avLst/>
          </a:prstGeom>
          <a:solidFill>
            <a:srgbClr val="E81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251999" y="4536000"/>
            <a:ext cx="10188000" cy="460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352800" y="4600800"/>
            <a:ext cx="331200" cy="33120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352800" y="45900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3A6B"/>
                </a:solidFill>
                <a:latin typeface="Meiryo"/>
              </a:rPr>
              <a:t>5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37999" y="4579200"/>
            <a:ext cx="1908000" cy="378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3A6B"/>
                </a:solidFill>
                <a:latin typeface="Meiryo"/>
              </a:rPr>
              <a:t>きらり ポイント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Meiryo"/>
              </a:rPr>
              <a:t>とくい・成長した こと</a:t>
            </a:r>
          </a:p>
        </p:txBody>
      </p:sp>
      <p:sp>
        <p:nvSpPr>
          <p:cNvPr id="214" name="Oval 213"/>
          <p:cNvSpPr/>
          <p:nvPr/>
        </p:nvSpPr>
        <p:spPr>
          <a:xfrm>
            <a:off x="2736000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2736000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</a:t>
            </a:r>
          </a:p>
        </p:txBody>
      </p:sp>
      <p:sp>
        <p:nvSpPr>
          <p:cNvPr id="216" name="Oval 215"/>
          <p:cNvSpPr/>
          <p:nvPr/>
        </p:nvSpPr>
        <p:spPr>
          <a:xfrm>
            <a:off x="3118357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118357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2</a:t>
            </a:r>
          </a:p>
        </p:txBody>
      </p:sp>
      <p:sp>
        <p:nvSpPr>
          <p:cNvPr id="218" name="Oval 217"/>
          <p:cNvSpPr/>
          <p:nvPr/>
        </p:nvSpPr>
        <p:spPr>
          <a:xfrm>
            <a:off x="3500715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3500715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3</a:t>
            </a:r>
          </a:p>
        </p:txBody>
      </p:sp>
      <p:sp>
        <p:nvSpPr>
          <p:cNvPr id="220" name="Oval 219"/>
          <p:cNvSpPr/>
          <p:nvPr/>
        </p:nvSpPr>
        <p:spPr>
          <a:xfrm>
            <a:off x="3883073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3883073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4</a:t>
            </a:r>
          </a:p>
        </p:txBody>
      </p:sp>
      <p:sp>
        <p:nvSpPr>
          <p:cNvPr id="222" name="Oval 221"/>
          <p:cNvSpPr/>
          <p:nvPr/>
        </p:nvSpPr>
        <p:spPr>
          <a:xfrm>
            <a:off x="4265431" y="460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5-Point Star 222"/>
          <p:cNvSpPr/>
          <p:nvPr/>
        </p:nvSpPr>
        <p:spPr>
          <a:xfrm>
            <a:off x="4338295" y="468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647789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647789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6</a:t>
            </a:r>
          </a:p>
        </p:txBody>
      </p:sp>
      <p:sp>
        <p:nvSpPr>
          <p:cNvPr id="226" name="Oval 225"/>
          <p:cNvSpPr/>
          <p:nvPr/>
        </p:nvSpPr>
        <p:spPr>
          <a:xfrm>
            <a:off x="5030147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5030147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7</a:t>
            </a:r>
          </a:p>
        </p:txBody>
      </p:sp>
      <p:sp>
        <p:nvSpPr>
          <p:cNvPr id="228" name="Oval 227"/>
          <p:cNvSpPr/>
          <p:nvPr/>
        </p:nvSpPr>
        <p:spPr>
          <a:xfrm>
            <a:off x="5412505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5412505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8</a:t>
            </a:r>
          </a:p>
        </p:txBody>
      </p:sp>
      <p:sp>
        <p:nvSpPr>
          <p:cNvPr id="230" name="Oval 229"/>
          <p:cNvSpPr/>
          <p:nvPr/>
        </p:nvSpPr>
        <p:spPr>
          <a:xfrm>
            <a:off x="5794863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5794863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9</a:t>
            </a:r>
          </a:p>
        </p:txBody>
      </p:sp>
      <p:sp>
        <p:nvSpPr>
          <p:cNvPr id="232" name="Oval 231"/>
          <p:cNvSpPr/>
          <p:nvPr/>
        </p:nvSpPr>
        <p:spPr>
          <a:xfrm>
            <a:off x="6177221" y="460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5-Point Star 232"/>
          <p:cNvSpPr/>
          <p:nvPr/>
        </p:nvSpPr>
        <p:spPr>
          <a:xfrm>
            <a:off x="6250085" y="468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559578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559578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11</a:t>
            </a:r>
          </a:p>
        </p:txBody>
      </p:sp>
      <p:sp>
        <p:nvSpPr>
          <p:cNvPr id="236" name="Oval 235"/>
          <p:cNvSpPr/>
          <p:nvPr/>
        </p:nvSpPr>
        <p:spPr>
          <a:xfrm>
            <a:off x="6941936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941936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12</a:t>
            </a:r>
          </a:p>
        </p:txBody>
      </p:sp>
      <p:sp>
        <p:nvSpPr>
          <p:cNvPr id="238" name="Oval 237"/>
          <p:cNvSpPr/>
          <p:nvPr/>
        </p:nvSpPr>
        <p:spPr>
          <a:xfrm>
            <a:off x="7324294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7324294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13</a:t>
            </a:r>
          </a:p>
        </p:txBody>
      </p:sp>
      <p:sp>
        <p:nvSpPr>
          <p:cNvPr id="240" name="Oval 239"/>
          <p:cNvSpPr/>
          <p:nvPr/>
        </p:nvSpPr>
        <p:spPr>
          <a:xfrm>
            <a:off x="7706652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7706652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14</a:t>
            </a:r>
          </a:p>
        </p:txBody>
      </p:sp>
      <p:sp>
        <p:nvSpPr>
          <p:cNvPr id="242" name="Oval 241"/>
          <p:cNvSpPr/>
          <p:nvPr/>
        </p:nvSpPr>
        <p:spPr>
          <a:xfrm>
            <a:off x="8089010" y="460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5-Point Star 242"/>
          <p:cNvSpPr/>
          <p:nvPr/>
        </p:nvSpPr>
        <p:spPr>
          <a:xfrm>
            <a:off x="8161874" y="468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8471368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471368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16</a:t>
            </a:r>
          </a:p>
        </p:txBody>
      </p:sp>
      <p:sp>
        <p:nvSpPr>
          <p:cNvPr id="246" name="Oval 245"/>
          <p:cNvSpPr/>
          <p:nvPr/>
        </p:nvSpPr>
        <p:spPr>
          <a:xfrm>
            <a:off x="8853726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853726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17</a:t>
            </a:r>
          </a:p>
        </p:txBody>
      </p:sp>
      <p:sp>
        <p:nvSpPr>
          <p:cNvPr id="248" name="Oval 247"/>
          <p:cNvSpPr/>
          <p:nvPr/>
        </p:nvSpPr>
        <p:spPr>
          <a:xfrm>
            <a:off x="9236084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236084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18</a:t>
            </a:r>
          </a:p>
        </p:txBody>
      </p:sp>
      <p:sp>
        <p:nvSpPr>
          <p:cNvPr id="250" name="Oval 249"/>
          <p:cNvSpPr/>
          <p:nvPr/>
        </p:nvSpPr>
        <p:spPr>
          <a:xfrm>
            <a:off x="9618442" y="460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9618442" y="459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19</a:t>
            </a:r>
          </a:p>
        </p:txBody>
      </p:sp>
      <p:sp>
        <p:nvSpPr>
          <p:cNvPr id="252" name="Oval 251"/>
          <p:cNvSpPr/>
          <p:nvPr/>
        </p:nvSpPr>
        <p:spPr>
          <a:xfrm>
            <a:off x="10000799" y="4600800"/>
            <a:ext cx="331200" cy="331200"/>
          </a:xfrm>
          <a:prstGeom prst="ellipse">
            <a:avLst/>
          </a:prstGeom>
          <a:solidFill>
            <a:srgbClr val="FCE7F0"/>
          </a:solidFill>
          <a:ln w="17780">
            <a:solidFill>
              <a:srgbClr val="E81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5-Point Star 252"/>
          <p:cNvSpPr/>
          <p:nvPr/>
        </p:nvSpPr>
        <p:spPr>
          <a:xfrm>
            <a:off x="10060415" y="4667039"/>
            <a:ext cx="211968" cy="211968"/>
          </a:xfrm>
          <a:prstGeom prst="star5">
            <a:avLst/>
          </a:prstGeom>
          <a:solidFill>
            <a:srgbClr val="E81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251999" y="5076000"/>
            <a:ext cx="10188000" cy="460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352800" y="5140800"/>
            <a:ext cx="331200" cy="331200"/>
          </a:xfrm>
          <a:prstGeom prst="ellipse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352800" y="51300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</a:rPr>
              <a:t>6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37999" y="5119200"/>
            <a:ext cx="1908000" cy="378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A3A6B"/>
                </a:solidFill>
                <a:latin typeface="Meiryo"/>
              </a:rPr>
              <a:t>今月の チャレンジ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4A3B8"/>
                </a:solidFill>
                <a:latin typeface="Meiryo"/>
              </a:rPr>
              <a:t>自分で きめた こと</a:t>
            </a:r>
          </a:p>
        </p:txBody>
      </p:sp>
      <p:sp>
        <p:nvSpPr>
          <p:cNvPr id="258" name="Oval 257"/>
          <p:cNvSpPr/>
          <p:nvPr/>
        </p:nvSpPr>
        <p:spPr>
          <a:xfrm>
            <a:off x="2736000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2736000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</a:t>
            </a:r>
          </a:p>
        </p:txBody>
      </p:sp>
      <p:sp>
        <p:nvSpPr>
          <p:cNvPr id="260" name="Oval 259"/>
          <p:cNvSpPr/>
          <p:nvPr/>
        </p:nvSpPr>
        <p:spPr>
          <a:xfrm>
            <a:off x="3118357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3118357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2</a:t>
            </a:r>
          </a:p>
        </p:txBody>
      </p:sp>
      <p:sp>
        <p:nvSpPr>
          <p:cNvPr id="262" name="Oval 261"/>
          <p:cNvSpPr/>
          <p:nvPr/>
        </p:nvSpPr>
        <p:spPr>
          <a:xfrm>
            <a:off x="3500715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3500715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3</a:t>
            </a:r>
          </a:p>
        </p:txBody>
      </p:sp>
      <p:sp>
        <p:nvSpPr>
          <p:cNvPr id="264" name="Oval 263"/>
          <p:cNvSpPr/>
          <p:nvPr/>
        </p:nvSpPr>
        <p:spPr>
          <a:xfrm>
            <a:off x="3883073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3883073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4</a:t>
            </a:r>
          </a:p>
        </p:txBody>
      </p:sp>
      <p:sp>
        <p:nvSpPr>
          <p:cNvPr id="266" name="Oval 265"/>
          <p:cNvSpPr/>
          <p:nvPr/>
        </p:nvSpPr>
        <p:spPr>
          <a:xfrm>
            <a:off x="4265431" y="514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5-Point Star 266"/>
          <p:cNvSpPr/>
          <p:nvPr/>
        </p:nvSpPr>
        <p:spPr>
          <a:xfrm>
            <a:off x="4338295" y="522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4647789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4647789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6</a:t>
            </a:r>
          </a:p>
        </p:txBody>
      </p:sp>
      <p:sp>
        <p:nvSpPr>
          <p:cNvPr id="270" name="Oval 269"/>
          <p:cNvSpPr/>
          <p:nvPr/>
        </p:nvSpPr>
        <p:spPr>
          <a:xfrm>
            <a:off x="5030147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5030147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7</a:t>
            </a:r>
          </a:p>
        </p:txBody>
      </p:sp>
      <p:sp>
        <p:nvSpPr>
          <p:cNvPr id="272" name="Oval 271"/>
          <p:cNvSpPr/>
          <p:nvPr/>
        </p:nvSpPr>
        <p:spPr>
          <a:xfrm>
            <a:off x="5412505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5412505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8</a:t>
            </a:r>
          </a:p>
        </p:txBody>
      </p:sp>
      <p:sp>
        <p:nvSpPr>
          <p:cNvPr id="274" name="Oval 273"/>
          <p:cNvSpPr/>
          <p:nvPr/>
        </p:nvSpPr>
        <p:spPr>
          <a:xfrm>
            <a:off x="5794863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794863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9</a:t>
            </a:r>
          </a:p>
        </p:txBody>
      </p:sp>
      <p:sp>
        <p:nvSpPr>
          <p:cNvPr id="276" name="Oval 275"/>
          <p:cNvSpPr/>
          <p:nvPr/>
        </p:nvSpPr>
        <p:spPr>
          <a:xfrm>
            <a:off x="6177221" y="514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5-Point Star 276"/>
          <p:cNvSpPr/>
          <p:nvPr/>
        </p:nvSpPr>
        <p:spPr>
          <a:xfrm>
            <a:off x="6250085" y="522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6559578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559578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11</a:t>
            </a:r>
          </a:p>
        </p:txBody>
      </p:sp>
      <p:sp>
        <p:nvSpPr>
          <p:cNvPr id="280" name="Oval 279"/>
          <p:cNvSpPr/>
          <p:nvPr/>
        </p:nvSpPr>
        <p:spPr>
          <a:xfrm>
            <a:off x="6941936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6941936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12</a:t>
            </a:r>
          </a:p>
        </p:txBody>
      </p:sp>
      <p:sp>
        <p:nvSpPr>
          <p:cNvPr id="282" name="Oval 281"/>
          <p:cNvSpPr/>
          <p:nvPr/>
        </p:nvSpPr>
        <p:spPr>
          <a:xfrm>
            <a:off x="7324294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7324294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13</a:t>
            </a:r>
          </a:p>
        </p:txBody>
      </p:sp>
      <p:sp>
        <p:nvSpPr>
          <p:cNvPr id="284" name="Oval 283"/>
          <p:cNvSpPr/>
          <p:nvPr/>
        </p:nvSpPr>
        <p:spPr>
          <a:xfrm>
            <a:off x="7706652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7706652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14</a:t>
            </a:r>
          </a:p>
        </p:txBody>
      </p:sp>
      <p:sp>
        <p:nvSpPr>
          <p:cNvPr id="286" name="Oval 285"/>
          <p:cNvSpPr/>
          <p:nvPr/>
        </p:nvSpPr>
        <p:spPr>
          <a:xfrm>
            <a:off x="8089010" y="5140800"/>
            <a:ext cx="331200" cy="331200"/>
          </a:xfrm>
          <a:prstGeom prst="ellipse">
            <a:avLst/>
          </a:prstGeom>
          <a:solidFill>
            <a:srgbClr val="FFF6E0"/>
          </a:solidFill>
          <a:ln w="1651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5-Point Star 286"/>
          <p:cNvSpPr/>
          <p:nvPr/>
        </p:nvSpPr>
        <p:spPr>
          <a:xfrm>
            <a:off x="8161874" y="5220288"/>
            <a:ext cx="185472" cy="185472"/>
          </a:xfrm>
          <a:prstGeom prst="star5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471368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8471368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16</a:t>
            </a:r>
          </a:p>
        </p:txBody>
      </p:sp>
      <p:sp>
        <p:nvSpPr>
          <p:cNvPr id="290" name="Oval 289"/>
          <p:cNvSpPr/>
          <p:nvPr/>
        </p:nvSpPr>
        <p:spPr>
          <a:xfrm>
            <a:off x="8853726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8853726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17</a:t>
            </a:r>
          </a:p>
        </p:txBody>
      </p:sp>
      <p:sp>
        <p:nvSpPr>
          <p:cNvPr id="292" name="Oval 291"/>
          <p:cNvSpPr/>
          <p:nvPr/>
        </p:nvSpPr>
        <p:spPr>
          <a:xfrm>
            <a:off x="9236084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9236084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18</a:t>
            </a:r>
          </a:p>
        </p:txBody>
      </p:sp>
      <p:sp>
        <p:nvSpPr>
          <p:cNvPr id="294" name="Oval 293"/>
          <p:cNvSpPr/>
          <p:nvPr/>
        </p:nvSpPr>
        <p:spPr>
          <a:xfrm>
            <a:off x="9618442" y="5140800"/>
            <a:ext cx="331200" cy="331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9618442" y="5133600"/>
            <a:ext cx="331200" cy="3312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>
                <a:solidFill>
                  <a:srgbClr val="94A3B8"/>
                </a:solidFill>
                <a:latin typeface="Meiryo"/>
              </a:rPr>
              <a:t>19</a:t>
            </a:r>
          </a:p>
        </p:txBody>
      </p:sp>
      <p:sp>
        <p:nvSpPr>
          <p:cNvPr id="296" name="Oval 295"/>
          <p:cNvSpPr/>
          <p:nvPr/>
        </p:nvSpPr>
        <p:spPr>
          <a:xfrm>
            <a:off x="10000799" y="5140800"/>
            <a:ext cx="331200" cy="331200"/>
          </a:xfrm>
          <a:prstGeom prst="ellipse">
            <a:avLst/>
          </a:prstGeom>
          <a:solidFill>
            <a:srgbClr val="FCE7F0"/>
          </a:solidFill>
          <a:ln w="17780">
            <a:solidFill>
              <a:srgbClr val="E81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5-Point Star 296"/>
          <p:cNvSpPr/>
          <p:nvPr/>
        </p:nvSpPr>
        <p:spPr>
          <a:xfrm>
            <a:off x="10060415" y="5207039"/>
            <a:ext cx="211968" cy="211968"/>
          </a:xfrm>
          <a:prstGeom prst="star5">
            <a:avLst/>
          </a:prstGeom>
          <a:solidFill>
            <a:srgbClr val="E81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ounded Rectangle 297"/>
          <p:cNvSpPr/>
          <p:nvPr/>
        </p:nvSpPr>
        <p:spPr>
          <a:xfrm>
            <a:off x="251999" y="5652000"/>
            <a:ext cx="2304000" cy="1080000"/>
          </a:xfrm>
          <a:prstGeom prst="roundRect">
            <a:avLst>
              <a:gd name="adj" fmla="val 10000"/>
            </a:avLst>
          </a:prstGeom>
          <a:solidFill>
            <a:srgbClr val="F3F9FC"/>
          </a:solidFill>
          <a:ln w="20320">
            <a:solidFill>
              <a:srgbClr val="D6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377999" y="5695199"/>
            <a:ext cx="2088000" cy="21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B7187"/>
                </a:solidFill>
                <a:latin typeface="Meiryo"/>
              </a:rPr>
              <a:t>シールの 見かた</a:t>
            </a:r>
          </a:p>
        </p:txBody>
      </p:sp>
      <p:sp>
        <p:nvSpPr>
          <p:cNvPr id="300" name="Oval 299"/>
          <p:cNvSpPr/>
          <p:nvPr/>
        </p:nvSpPr>
        <p:spPr>
          <a:xfrm>
            <a:off x="396000" y="6012000"/>
            <a:ext cx="180000" cy="18000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19200" y="6012000"/>
            <a:ext cx="180000" cy="18000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42400" y="6012000"/>
            <a:ext cx="180000" cy="18000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065600" y="6012000"/>
            <a:ext cx="180000" cy="18000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1288800" y="6012000"/>
            <a:ext cx="180000" cy="18000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1584000" y="5975999"/>
            <a:ext cx="936000" cy="251999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5803D"/>
                </a:solidFill>
                <a:latin typeface="Meiryo"/>
              </a:rPr>
              <a:t>いっぱい ＝ とくい！</a:t>
            </a:r>
          </a:p>
        </p:txBody>
      </p:sp>
      <p:sp>
        <p:nvSpPr>
          <p:cNvPr id="306" name="Oval 305"/>
          <p:cNvSpPr/>
          <p:nvPr/>
        </p:nvSpPr>
        <p:spPr>
          <a:xfrm>
            <a:off x="396000" y="6335999"/>
            <a:ext cx="180000" cy="180000"/>
          </a:xfrm>
          <a:prstGeom prst="ellipse">
            <a:avLst/>
          </a:prstGeom>
          <a:solidFill>
            <a:srgbClr val="FFC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619200" y="6335999"/>
            <a:ext cx="180000" cy="1800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842400" y="6335999"/>
            <a:ext cx="180000" cy="1800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65600" y="6335999"/>
            <a:ext cx="180000" cy="1800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288800" y="6335999"/>
            <a:ext cx="180000" cy="1800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C7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1584000" y="6292800"/>
            <a:ext cx="936000" cy="342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8C42"/>
                </a:solidFill>
                <a:latin typeface="Meiryo"/>
              </a:rPr>
              <a:t>すくない 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8C42"/>
                </a:solidFill>
                <a:latin typeface="Meiryo"/>
              </a:rPr>
              <a:t>いっしょに れんしゅう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2664000" y="5652000"/>
            <a:ext cx="3384000" cy="108000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 w="20320">
            <a:solidFill>
              <a:srgbClr val="FFC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2790000" y="5695199"/>
            <a:ext cx="2304000" cy="21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8C42"/>
                </a:solidFill>
                <a:latin typeface="Meiryo"/>
              </a:rPr>
              <a:t>今月の ごほうび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4464000" y="5709600"/>
            <a:ext cx="1512000" cy="198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BA8C9"/>
                </a:solidFill>
                <a:latin typeface="Meiryo"/>
              </a:rPr>
              <a:t>シール合計（　）こ</a:t>
            </a:r>
          </a:p>
        </p:txBody>
      </p:sp>
      <p:sp>
        <p:nvSpPr>
          <p:cNvPr id="315" name="Oval 314"/>
          <p:cNvSpPr/>
          <p:nvPr/>
        </p:nvSpPr>
        <p:spPr>
          <a:xfrm>
            <a:off x="2790000" y="5976000"/>
            <a:ext cx="180000" cy="180000"/>
          </a:xfrm>
          <a:prstGeom prst="ellipse">
            <a:avLst/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2790000" y="5965200"/>
            <a:ext cx="180000" cy="18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3042000" y="5965200"/>
            <a:ext cx="1224000" cy="18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8C42"/>
                </a:solidFill>
                <a:latin typeface="Meiryo"/>
              </a:rPr>
              <a:t>シール 20こ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284000" y="5965200"/>
            <a:ext cx="180000" cy="18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BB36A"/>
                </a:solidFill>
                <a:latin typeface="Meiryo"/>
              </a:rPr>
              <a:t>→</a:t>
            </a:r>
          </a:p>
        </p:txBody>
      </p:sp>
      <p:cxnSp>
        <p:nvCxnSpPr>
          <p:cNvPr id="319" name="Connector 318"/>
          <p:cNvCxnSpPr/>
          <p:nvPr/>
        </p:nvCxnSpPr>
        <p:spPr>
          <a:xfrm>
            <a:off x="4500000" y="6084000"/>
            <a:ext cx="1403999" cy="0"/>
          </a:xfrm>
          <a:prstGeom prst="bentConnector3">
            <a:avLst/>
          </a:prstGeom>
          <a:ln w="15240">
            <a:solidFill>
              <a:srgbClr val="C3D0DD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Oval 319"/>
          <p:cNvSpPr/>
          <p:nvPr/>
        </p:nvSpPr>
        <p:spPr>
          <a:xfrm>
            <a:off x="2790000" y="6192000"/>
            <a:ext cx="180000" cy="180000"/>
          </a:xfrm>
          <a:prstGeom prst="ellipse">
            <a:avLst/>
          </a:prstGeom>
          <a:solidFill>
            <a:srgbClr val="A8B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2790000" y="6181200"/>
            <a:ext cx="180000" cy="18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3042000" y="6181200"/>
            <a:ext cx="1224000" cy="18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8C42"/>
                </a:solidFill>
                <a:latin typeface="Meiryo"/>
              </a:rPr>
              <a:t>ゲージ 3本 クリア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284000" y="6181200"/>
            <a:ext cx="180000" cy="18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BB36A"/>
                </a:solidFill>
                <a:latin typeface="Meiryo"/>
              </a:rPr>
              <a:t>→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4500000" y="6300000"/>
            <a:ext cx="1403999" cy="0"/>
          </a:xfrm>
          <a:prstGeom prst="bentConnector3">
            <a:avLst/>
          </a:prstGeom>
          <a:ln w="15240">
            <a:solidFill>
              <a:srgbClr val="C3D0DD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Oval 324"/>
          <p:cNvSpPr/>
          <p:nvPr/>
        </p:nvSpPr>
        <p:spPr>
          <a:xfrm>
            <a:off x="2790000" y="6408000"/>
            <a:ext cx="180000" cy="180000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2790000" y="6397200"/>
            <a:ext cx="180000" cy="18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3042000" y="6397200"/>
            <a:ext cx="1224000" cy="18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8C42"/>
                </a:solidFill>
                <a:latin typeface="Meiryo"/>
              </a:rPr>
              <a:t>ぜんぶ クリア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4284000" y="6397200"/>
            <a:ext cx="180000" cy="18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BB36A"/>
                </a:solidFill>
                <a:latin typeface="Meiryo"/>
              </a:rPr>
              <a:t>→</a:t>
            </a:r>
          </a:p>
        </p:txBody>
      </p:sp>
      <p:cxnSp>
        <p:nvCxnSpPr>
          <p:cNvPr id="329" name="Connector 328"/>
          <p:cNvCxnSpPr/>
          <p:nvPr/>
        </p:nvCxnSpPr>
        <p:spPr>
          <a:xfrm>
            <a:off x="4500000" y="6516000"/>
            <a:ext cx="1403999" cy="0"/>
          </a:xfrm>
          <a:prstGeom prst="bentConnector3">
            <a:avLst/>
          </a:prstGeom>
          <a:ln w="15240">
            <a:solidFill>
              <a:srgbClr val="C3D0DD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TextBox 329"/>
          <p:cNvSpPr txBox="1"/>
          <p:nvPr/>
        </p:nvSpPr>
        <p:spPr>
          <a:xfrm>
            <a:off x="2790000" y="6588000"/>
            <a:ext cx="3168000" cy="144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B09A4E"/>
                </a:solidFill>
                <a:latin typeface="Meiryo"/>
              </a:rPr>
              <a:t>＊ごほうびは 子どもと いっしょに きめると やる気アップ！</a:t>
            </a:r>
          </a:p>
        </p:txBody>
      </p:sp>
      <p:sp>
        <p:nvSpPr>
          <p:cNvPr id="331" name="Rounded Rectangle 330"/>
          <p:cNvSpPr/>
          <p:nvPr/>
        </p:nvSpPr>
        <p:spPr>
          <a:xfrm>
            <a:off x="6228000" y="5652000"/>
            <a:ext cx="4212000" cy="10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F68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6354000" y="5695199"/>
            <a:ext cx="3996000" cy="21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8197D"/>
                </a:solidFill>
                <a:latin typeface="Meiryo"/>
              </a:rPr>
              <a:t>今月の ふりかえり・がんばったね メッセージ</a:t>
            </a:r>
          </a:p>
        </p:txBody>
      </p:sp>
      <p:cxnSp>
        <p:nvCxnSpPr>
          <p:cNvPr id="333" name="Connector 332"/>
          <p:cNvCxnSpPr/>
          <p:nvPr/>
        </p:nvCxnSpPr>
        <p:spPr>
          <a:xfrm>
            <a:off x="6372000" y="6120000"/>
            <a:ext cx="3924000" cy="0"/>
          </a:xfrm>
          <a:prstGeom prst="bentConnector3">
            <a:avLst/>
          </a:prstGeom>
          <a:ln w="15240">
            <a:solidFill>
              <a:srgbClr val="E3B9C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6372000" y="6372000"/>
            <a:ext cx="3924000" cy="0"/>
          </a:xfrm>
          <a:prstGeom prst="bentConnector3">
            <a:avLst/>
          </a:prstGeom>
          <a:ln w="15240">
            <a:solidFill>
              <a:srgbClr val="E3B9C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TextBox 334"/>
          <p:cNvSpPr txBox="1"/>
          <p:nvPr/>
        </p:nvSpPr>
        <p:spPr>
          <a:xfrm>
            <a:off x="6372000" y="6523199"/>
            <a:ext cx="3923999" cy="180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4A3B8"/>
                </a:solidFill>
                <a:latin typeface="Meiryo"/>
              </a:rPr>
              <a:t>先生・おうちの人 ＿＿＿＿＿＿＿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251999" y="6822000"/>
            <a:ext cx="8028000" cy="503999"/>
          </a:xfrm>
          <a:prstGeom prst="rect">
            <a:avLst/>
          </a:prstGeom>
          <a:noFill/>
        </p:spPr>
        <p:txBody>
          <a:bodyPr wrap="square" anchor="t" lIns="36000" rIns="36000" tIns="7200" bIns="72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BA8C9"/>
                </a:solidFill>
                <a:latin typeface="Meiryo"/>
              </a:rPr>
              <a:t>使い方  </a:t>
            </a:r>
            <a:r>
              <a:rPr sz="900" b="0">
                <a:solidFill>
                  <a:srgbClr val="94A3B8"/>
                </a:solidFill>
                <a:latin typeface="Meiryo"/>
              </a:rPr>
              <a:t>1ヶ月を 1まいで 記録。毎日の 終わりに ふり返り、できた 目標に シールを 1まい 貼る（注意の 代わりに「できた所を 見つけて すぐ ほめる」）。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eiryo"/>
              </a:rPr>
              <a:t>月末に ゲージを 見て、得意・苦手を つぎの 月の 目標に いかす。目標①〜④は 個別支援計画の 課題から、⑤⑥は 成長・チャレンジから 書きかえてOK。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8424000" y="6822000"/>
            <a:ext cx="2015999" cy="396000"/>
          </a:xfrm>
          <a:prstGeom prst="rect">
            <a:avLst/>
          </a:prstGeom>
          <a:noFill/>
        </p:spPr>
        <p:txBody>
          <a:bodyPr wrap="square" anchor="ctr" lIns="36000" rIns="36000" tIns="7200" bIns="72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A8C9"/>
                </a:solidFill>
                <a:latin typeface="Meiryo"/>
              </a:rPr>
              <a:t>放課後等デイサービス 夢門塾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4A3B8"/>
                </a:solidFill>
                <a:latin typeface="Meiryo"/>
              </a:rPr>
              <a:t>M U M O N J U K 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