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10692000" cy="7560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108000" y="108000"/>
            <a:ext cx="10476000" cy="7343999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27940">
            <a:solidFill>
              <a:srgbClr val="4EC5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108000" y="108000"/>
            <a:ext cx="10476000" cy="1260000"/>
          </a:xfrm>
          <a:prstGeom prst="roundRect">
            <a:avLst>
              <a:gd name="adj" fmla="val 4000"/>
            </a:avLst>
          </a:prstGeom>
          <a:solidFill>
            <a:srgbClr val="4EC5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2520000" y="-503999"/>
            <a:ext cx="1152000" cy="1152000"/>
          </a:xfrm>
          <a:prstGeom prst="ellipse">
            <a:avLst/>
          </a:prstGeom>
          <a:solidFill>
            <a:srgbClr val="BFE7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4680000" y="936000"/>
            <a:ext cx="864000" cy="864000"/>
          </a:xfrm>
          <a:prstGeom prst="ellipse">
            <a:avLst/>
          </a:prstGeom>
          <a:solidFill>
            <a:srgbClr val="BFE7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8100000" y="-468000"/>
            <a:ext cx="1007999" cy="1007999"/>
          </a:xfrm>
          <a:prstGeom prst="ellipse">
            <a:avLst/>
          </a:prstGeom>
          <a:solidFill>
            <a:srgbClr val="BFE7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324000" y="251999"/>
            <a:ext cx="1116000" cy="972000"/>
          </a:xfrm>
          <a:prstGeom prst="roundRect">
            <a:avLst>
              <a:gd name="adj" fmla="val 1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mumonjuku-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96000" y="324000"/>
            <a:ext cx="972000" cy="97200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1620000" y="270000"/>
            <a:ext cx="5580000" cy="612000"/>
          </a:xfrm>
          <a:prstGeom prst="rect">
            <a:avLst/>
          </a:prstGeom>
          <a:noFill/>
        </p:spPr>
        <p:txBody>
          <a:bodyPr wrap="square" anchor="b" lIns="36000" rIns="36000" tIns="7200" bIns="7200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2800" b="1">
                <a:solidFill>
                  <a:srgbClr val="FFFFFF"/>
                </a:solidFill>
                <a:latin typeface="Meiryo"/>
              </a:rPr>
              <a:t>わたしの がんばりカード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655999" y="900000"/>
            <a:ext cx="3491999" cy="306000"/>
          </a:xfrm>
          <a:prstGeom prst="roundRect">
            <a:avLst>
              <a:gd name="adj" fmla="val 50000"/>
            </a:avLst>
          </a:prstGeom>
          <a:solidFill>
            <a:srgbClr val="7DD8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655999" y="900000"/>
            <a:ext cx="3491999" cy="306000"/>
          </a:xfrm>
          <a:prstGeom prst="rect">
            <a:avLst/>
          </a:prstGeom>
          <a:noFill/>
        </p:spPr>
        <p:txBody>
          <a:bodyPr wrap="square" anchor="ctr" lIns="36000" rIns="36000" tIns="7200" bIns="7200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100" b="1">
                <a:solidFill>
                  <a:srgbClr val="1A3A6B"/>
                </a:solidFill>
                <a:latin typeface="Meiryo"/>
              </a:rPr>
              <a:t>まいにち ふりかえり ・ せいちょうの きろく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416000" y="251999"/>
            <a:ext cx="3024000" cy="9000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560000" y="342000"/>
            <a:ext cx="864000" cy="324000"/>
          </a:xfrm>
          <a:prstGeom prst="rect">
            <a:avLst/>
          </a:prstGeom>
          <a:noFill/>
        </p:spPr>
        <p:txBody>
          <a:bodyPr wrap="square" anchor="ctr" lIns="36000" rIns="36000" tIns="7200" bIns="7200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300" b="1">
                <a:solidFill>
                  <a:srgbClr val="2BA8C9"/>
                </a:solidFill>
                <a:latin typeface="Meiryo"/>
              </a:rPr>
              <a:t>なまえ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8352000" y="630000"/>
            <a:ext cx="1944000" cy="0"/>
          </a:xfrm>
          <a:prstGeom prst="bentConnector3">
            <a:avLst/>
          </a:prstGeom>
          <a:ln w="15240">
            <a:solidFill>
              <a:srgbClr val="C3D0DD"/>
            </a:solidFill>
            <a:prstDash val="sysDash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TextBox 14"/>
          <p:cNvSpPr txBox="1"/>
          <p:nvPr/>
        </p:nvSpPr>
        <p:spPr>
          <a:xfrm>
            <a:off x="7560000" y="702000"/>
            <a:ext cx="864000" cy="324000"/>
          </a:xfrm>
          <a:prstGeom prst="rect">
            <a:avLst/>
          </a:prstGeom>
          <a:noFill/>
        </p:spPr>
        <p:txBody>
          <a:bodyPr wrap="square" anchor="ctr" lIns="36000" rIns="36000" tIns="7200" bIns="7200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300" b="1">
                <a:solidFill>
                  <a:srgbClr val="2BA8C9"/>
                </a:solidFill>
                <a:latin typeface="Meiryo"/>
              </a:rPr>
              <a:t>きかん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8352000" y="990000"/>
            <a:ext cx="1944000" cy="0"/>
          </a:xfrm>
          <a:prstGeom prst="bentConnector3">
            <a:avLst/>
          </a:prstGeom>
          <a:ln w="15240">
            <a:solidFill>
              <a:srgbClr val="C3D0DD"/>
            </a:solidFill>
            <a:prstDash val="sysDash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Rounded Rectangle 16"/>
          <p:cNvSpPr/>
          <p:nvPr/>
        </p:nvSpPr>
        <p:spPr>
          <a:xfrm>
            <a:off x="251999" y="1494000"/>
            <a:ext cx="3276000" cy="684000"/>
          </a:xfrm>
          <a:prstGeom prst="roundRect">
            <a:avLst>
              <a:gd name="adj" fmla="val 12000"/>
            </a:avLst>
          </a:prstGeom>
          <a:solidFill>
            <a:srgbClr val="F3F9FC"/>
          </a:solidFill>
          <a:ln w="17780">
            <a:solidFill>
              <a:srgbClr val="4EC5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251999" y="1584000"/>
            <a:ext cx="57600" cy="503999"/>
          </a:xfrm>
          <a:prstGeom prst="roundRect">
            <a:avLst>
              <a:gd name="adj" fmla="val 50000"/>
            </a:avLst>
          </a:prstGeom>
          <a:solidFill>
            <a:srgbClr val="4EC5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377999" y="1558800"/>
            <a:ext cx="3096000" cy="251999"/>
          </a:xfrm>
          <a:prstGeom prst="rect">
            <a:avLst/>
          </a:prstGeom>
          <a:noFill/>
        </p:spPr>
        <p:txBody>
          <a:bodyPr wrap="square" anchor="ctr" lIns="36000" rIns="36000" tIns="7200" bIns="7200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100" b="1">
                <a:solidFill>
                  <a:srgbClr val="4EC5E0"/>
                </a:solidFill>
                <a:latin typeface="Meiryo"/>
              </a:rPr>
              <a:t>🎯 ながい もくひょう</a:t>
            </a:r>
            <a:r>
              <a:rPr sz="800" b="0">
                <a:solidFill>
                  <a:srgbClr val="94A3B8"/>
                </a:solidFill>
                <a:latin typeface="Meiryo"/>
              </a:rPr>
              <a:t>  （個別支援計画より）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396000" y="2016000"/>
            <a:ext cx="2987999" cy="0"/>
          </a:xfrm>
          <a:prstGeom prst="bentConnector3">
            <a:avLst/>
          </a:prstGeom>
          <a:ln w="15240">
            <a:solidFill>
              <a:srgbClr val="C3D0DD"/>
            </a:solidFill>
            <a:prstDash val="sysDash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Rounded Rectangle 20"/>
          <p:cNvSpPr/>
          <p:nvPr/>
        </p:nvSpPr>
        <p:spPr>
          <a:xfrm>
            <a:off x="3707999" y="1494000"/>
            <a:ext cx="3276000" cy="684000"/>
          </a:xfrm>
          <a:prstGeom prst="roundRect">
            <a:avLst>
              <a:gd name="adj" fmla="val 12000"/>
            </a:avLst>
          </a:prstGeom>
          <a:solidFill>
            <a:srgbClr val="F3F9FC"/>
          </a:solidFill>
          <a:ln w="17780">
            <a:solidFill>
              <a:srgbClr val="FF8C4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3707999" y="1584000"/>
            <a:ext cx="57600" cy="503999"/>
          </a:xfrm>
          <a:prstGeom prst="roundRect">
            <a:avLst>
              <a:gd name="adj" fmla="val 50000"/>
            </a:avLst>
          </a:prstGeom>
          <a:solidFill>
            <a:srgbClr val="FF8C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3833999" y="1558800"/>
            <a:ext cx="3096000" cy="251999"/>
          </a:xfrm>
          <a:prstGeom prst="rect">
            <a:avLst/>
          </a:prstGeom>
          <a:noFill/>
        </p:spPr>
        <p:txBody>
          <a:bodyPr wrap="square" anchor="ctr" lIns="36000" rIns="36000" tIns="7200" bIns="7200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100" b="1">
                <a:solidFill>
                  <a:srgbClr val="FF8C42"/>
                </a:solidFill>
                <a:latin typeface="Meiryo"/>
              </a:rPr>
              <a:t>🌱 今月の チャレンジ</a:t>
            </a:r>
            <a:r>
              <a:rPr sz="800" b="0">
                <a:solidFill>
                  <a:srgbClr val="94A3B8"/>
                </a:solidFill>
                <a:latin typeface="Meiryo"/>
              </a:rPr>
              <a:t>  （自分で きめる 近い 目標）</a:t>
            </a:r>
          </a:p>
        </p:txBody>
      </p:sp>
      <p:cxnSp>
        <p:nvCxnSpPr>
          <p:cNvPr id="24" name="Connector 23"/>
          <p:cNvCxnSpPr/>
          <p:nvPr/>
        </p:nvCxnSpPr>
        <p:spPr>
          <a:xfrm>
            <a:off x="3851999" y="2016000"/>
            <a:ext cx="2988001" cy="0"/>
          </a:xfrm>
          <a:prstGeom prst="bentConnector3">
            <a:avLst/>
          </a:prstGeom>
          <a:ln w="15240">
            <a:solidFill>
              <a:srgbClr val="C3D0DD"/>
            </a:solidFill>
            <a:prstDash val="sysDash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Rounded Rectangle 24"/>
          <p:cNvSpPr/>
          <p:nvPr/>
        </p:nvSpPr>
        <p:spPr>
          <a:xfrm>
            <a:off x="7163999" y="1494000"/>
            <a:ext cx="3276000" cy="684000"/>
          </a:xfrm>
          <a:prstGeom prst="roundRect">
            <a:avLst>
              <a:gd name="adj" fmla="val 12000"/>
            </a:avLst>
          </a:prstGeom>
          <a:solidFill>
            <a:srgbClr val="F3F9FC"/>
          </a:solidFill>
          <a:ln w="17780">
            <a:solidFill>
              <a:srgbClr val="E8197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ounded Rectangle 25"/>
          <p:cNvSpPr/>
          <p:nvPr/>
        </p:nvSpPr>
        <p:spPr>
          <a:xfrm>
            <a:off x="7163999" y="1584000"/>
            <a:ext cx="57600" cy="503999"/>
          </a:xfrm>
          <a:prstGeom prst="roundRect">
            <a:avLst>
              <a:gd name="adj" fmla="val 50000"/>
            </a:avLst>
          </a:prstGeom>
          <a:solidFill>
            <a:srgbClr val="E819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290000" y="1558800"/>
            <a:ext cx="3096000" cy="251999"/>
          </a:xfrm>
          <a:prstGeom prst="rect">
            <a:avLst/>
          </a:prstGeom>
          <a:noFill/>
        </p:spPr>
        <p:txBody>
          <a:bodyPr wrap="square" anchor="ctr" lIns="36000" rIns="36000" tIns="7200" bIns="7200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100" b="1">
                <a:solidFill>
                  <a:srgbClr val="E8197D"/>
                </a:solidFill>
                <a:latin typeface="Meiryo"/>
              </a:rPr>
              <a:t>💬 おうえん</a:t>
            </a:r>
            <a:r>
              <a:rPr sz="800" b="0">
                <a:solidFill>
                  <a:srgbClr val="94A3B8"/>
                </a:solidFill>
                <a:latin typeface="Meiryo"/>
              </a:rPr>
              <a:t>  （おうちの人・先生から）</a:t>
            </a:r>
          </a:p>
        </p:txBody>
      </p:sp>
      <p:cxnSp>
        <p:nvCxnSpPr>
          <p:cNvPr id="28" name="Connector 27"/>
          <p:cNvCxnSpPr/>
          <p:nvPr/>
        </p:nvCxnSpPr>
        <p:spPr>
          <a:xfrm>
            <a:off x="7307999" y="2016000"/>
            <a:ext cx="2988000" cy="0"/>
          </a:xfrm>
          <a:prstGeom prst="bentConnector3">
            <a:avLst/>
          </a:prstGeom>
          <a:ln w="15240">
            <a:solidFill>
              <a:srgbClr val="C3D0DD"/>
            </a:solidFill>
            <a:prstDash val="sysDash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TextBox 28"/>
          <p:cNvSpPr txBox="1"/>
          <p:nvPr/>
        </p:nvSpPr>
        <p:spPr>
          <a:xfrm>
            <a:off x="251999" y="2250000"/>
            <a:ext cx="2951999" cy="288000"/>
          </a:xfrm>
          <a:prstGeom prst="rect">
            <a:avLst/>
          </a:prstGeom>
          <a:noFill/>
        </p:spPr>
        <p:txBody>
          <a:bodyPr wrap="square" anchor="ctr" lIns="36000" rIns="36000" tIns="7200" bIns="7200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600" b="1">
                <a:solidFill>
                  <a:srgbClr val="E8197D"/>
                </a:solidFill>
                <a:latin typeface="Meiryo"/>
              </a:rPr>
              <a:t>⭐ できた日に シールを はろう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3240000" y="2296800"/>
            <a:ext cx="2340000" cy="237600"/>
          </a:xfrm>
          <a:prstGeom prst="roundRect">
            <a:avLst>
              <a:gd name="adj" fmla="val 50000"/>
            </a:avLst>
          </a:prstGeom>
          <a:solidFill>
            <a:srgbClr val="E6F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3240000" y="2296800"/>
            <a:ext cx="2340000" cy="237600"/>
          </a:xfrm>
          <a:prstGeom prst="rect">
            <a:avLst/>
          </a:prstGeom>
          <a:noFill/>
        </p:spPr>
        <p:txBody>
          <a:bodyPr wrap="square" anchor="ctr" lIns="36000" rIns="36000" tIns="7200" bIns="7200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000" b="1">
                <a:solidFill>
                  <a:srgbClr val="2BA8C9"/>
                </a:solidFill>
                <a:latin typeface="Meiryo"/>
              </a:rPr>
              <a:t>シールが ふえると せいちょうが 見える！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251999" y="2538000"/>
            <a:ext cx="4950000" cy="558000"/>
          </a:xfrm>
          <a:prstGeom prst="roundRect">
            <a:avLst>
              <a:gd name="adj" fmla="val 14000"/>
            </a:avLst>
          </a:prstGeom>
          <a:solidFill>
            <a:srgbClr val="FFFFFF"/>
          </a:solidFill>
          <a:ln w="20320">
            <a:solidFill>
              <a:srgbClr val="4EC5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ounded Rectangle 32"/>
          <p:cNvSpPr/>
          <p:nvPr/>
        </p:nvSpPr>
        <p:spPr>
          <a:xfrm>
            <a:off x="360000" y="2628000"/>
            <a:ext cx="378000" cy="378000"/>
          </a:xfrm>
          <a:prstGeom prst="roundRect">
            <a:avLst>
              <a:gd name="adj" fmla="val 22000"/>
            </a:avLst>
          </a:prstGeom>
          <a:solidFill>
            <a:srgbClr val="F3F9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0000" y="2602800"/>
            <a:ext cx="378000" cy="378000"/>
          </a:xfrm>
          <a:prstGeom prst="rect">
            <a:avLst/>
          </a:prstGeom>
          <a:noFill/>
        </p:spPr>
        <p:txBody>
          <a:bodyPr wrap="square" anchor="ctr" lIns="36000" rIns="36000" tIns="7200" bIns="7200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700" b="0">
                <a:solidFill>
                  <a:srgbClr val="1A3A6B"/>
                </a:solidFill>
                <a:latin typeface="Meiryo"/>
              </a:rPr>
              <a:t>🗣️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10000" y="2602800"/>
            <a:ext cx="1800000" cy="432000"/>
          </a:xfrm>
          <a:prstGeom prst="rect">
            <a:avLst/>
          </a:prstGeom>
          <a:noFill/>
        </p:spPr>
        <p:txBody>
          <a:bodyPr wrap="square" anchor="ctr" lIns="36000" rIns="36000" tIns="7200" bIns="72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1A3A6B"/>
                </a:solidFill>
                <a:latin typeface="Meiryo"/>
              </a:rPr>
              <a:t>おだやかな こえ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94A3B8"/>
                </a:solidFill>
                <a:latin typeface="Meiryo"/>
              </a:rPr>
              <a:t>落ち着いた 声で 話す</a:t>
            </a:r>
          </a:p>
        </p:txBody>
      </p:sp>
      <p:sp>
        <p:nvSpPr>
          <p:cNvPr id="36" name="Oval 35"/>
          <p:cNvSpPr/>
          <p:nvPr/>
        </p:nvSpPr>
        <p:spPr>
          <a:xfrm>
            <a:off x="2592000" y="2709000"/>
            <a:ext cx="216000" cy="216000"/>
          </a:xfrm>
          <a:prstGeom prst="ellipse">
            <a:avLst/>
          </a:prstGeom>
          <a:solidFill>
            <a:srgbClr val="FFFFFF"/>
          </a:solidFill>
          <a:ln w="16510">
            <a:solidFill>
              <a:srgbClr val="C7D3D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2574000" y="2701800"/>
            <a:ext cx="251999" cy="216000"/>
          </a:xfrm>
          <a:prstGeom prst="rect">
            <a:avLst/>
          </a:prstGeom>
          <a:noFill/>
        </p:spPr>
        <p:txBody>
          <a:bodyPr wrap="square" anchor="ctr" lIns="36000" rIns="36000" tIns="7200" bIns="7200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800" b="1">
                <a:solidFill>
                  <a:srgbClr val="94A3B8"/>
                </a:solidFill>
                <a:latin typeface="Meiryo"/>
              </a:rPr>
              <a:t>1</a:t>
            </a:r>
          </a:p>
        </p:txBody>
      </p:sp>
      <p:sp>
        <p:nvSpPr>
          <p:cNvPr id="38" name="Oval 37"/>
          <p:cNvSpPr/>
          <p:nvPr/>
        </p:nvSpPr>
        <p:spPr>
          <a:xfrm>
            <a:off x="2842200" y="2709000"/>
            <a:ext cx="216000" cy="216000"/>
          </a:xfrm>
          <a:prstGeom prst="ellipse">
            <a:avLst/>
          </a:prstGeom>
          <a:solidFill>
            <a:srgbClr val="FFFFFF"/>
          </a:solidFill>
          <a:ln w="16510">
            <a:solidFill>
              <a:srgbClr val="C7D3D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2824200" y="2701800"/>
            <a:ext cx="251999" cy="216000"/>
          </a:xfrm>
          <a:prstGeom prst="rect">
            <a:avLst/>
          </a:prstGeom>
          <a:noFill/>
        </p:spPr>
        <p:txBody>
          <a:bodyPr wrap="square" anchor="ctr" lIns="36000" rIns="36000" tIns="7200" bIns="7200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800" b="1">
                <a:solidFill>
                  <a:srgbClr val="94A3B8"/>
                </a:solidFill>
                <a:latin typeface="Meiryo"/>
              </a:rPr>
              <a:t>2</a:t>
            </a:r>
          </a:p>
        </p:txBody>
      </p:sp>
      <p:sp>
        <p:nvSpPr>
          <p:cNvPr id="40" name="Oval 39"/>
          <p:cNvSpPr/>
          <p:nvPr/>
        </p:nvSpPr>
        <p:spPr>
          <a:xfrm>
            <a:off x="3092400" y="2709000"/>
            <a:ext cx="216000" cy="216000"/>
          </a:xfrm>
          <a:prstGeom prst="ellipse">
            <a:avLst/>
          </a:prstGeom>
          <a:solidFill>
            <a:srgbClr val="FFFFFF"/>
          </a:solidFill>
          <a:ln w="16510">
            <a:solidFill>
              <a:srgbClr val="C7D3D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074399" y="2701800"/>
            <a:ext cx="251999" cy="216000"/>
          </a:xfrm>
          <a:prstGeom prst="rect">
            <a:avLst/>
          </a:prstGeom>
          <a:noFill/>
        </p:spPr>
        <p:txBody>
          <a:bodyPr wrap="square" anchor="ctr" lIns="36000" rIns="36000" tIns="7200" bIns="7200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800" b="1">
                <a:solidFill>
                  <a:srgbClr val="94A3B8"/>
                </a:solidFill>
                <a:latin typeface="Meiryo"/>
              </a:rPr>
              <a:t>3</a:t>
            </a:r>
          </a:p>
        </p:txBody>
      </p:sp>
      <p:sp>
        <p:nvSpPr>
          <p:cNvPr id="42" name="Oval 41"/>
          <p:cNvSpPr/>
          <p:nvPr/>
        </p:nvSpPr>
        <p:spPr>
          <a:xfrm>
            <a:off x="3342600" y="2709000"/>
            <a:ext cx="216000" cy="216000"/>
          </a:xfrm>
          <a:prstGeom prst="ellipse">
            <a:avLst/>
          </a:prstGeom>
          <a:solidFill>
            <a:srgbClr val="FFFFFF"/>
          </a:solidFill>
          <a:ln w="16510">
            <a:solidFill>
              <a:srgbClr val="C7D3D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3324600" y="2701800"/>
            <a:ext cx="251999" cy="216000"/>
          </a:xfrm>
          <a:prstGeom prst="rect">
            <a:avLst/>
          </a:prstGeom>
          <a:noFill/>
        </p:spPr>
        <p:txBody>
          <a:bodyPr wrap="square" anchor="ctr" lIns="36000" rIns="36000" tIns="7200" bIns="7200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800" b="1">
                <a:solidFill>
                  <a:srgbClr val="94A3B8"/>
                </a:solidFill>
                <a:latin typeface="Meiryo"/>
              </a:rPr>
              <a:t>4</a:t>
            </a:r>
          </a:p>
        </p:txBody>
      </p:sp>
      <p:sp>
        <p:nvSpPr>
          <p:cNvPr id="44" name="Oval 43"/>
          <p:cNvSpPr/>
          <p:nvPr/>
        </p:nvSpPr>
        <p:spPr>
          <a:xfrm>
            <a:off x="3592800" y="2709000"/>
            <a:ext cx="216000" cy="216000"/>
          </a:xfrm>
          <a:prstGeom prst="ellipse">
            <a:avLst/>
          </a:prstGeom>
          <a:solidFill>
            <a:srgbClr val="FFF6E0"/>
          </a:solidFill>
          <a:ln w="17780">
            <a:solidFill>
              <a:srgbClr val="FFC93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3574800" y="2701800"/>
            <a:ext cx="251999" cy="216000"/>
          </a:xfrm>
          <a:prstGeom prst="rect">
            <a:avLst/>
          </a:prstGeom>
          <a:noFill/>
        </p:spPr>
        <p:txBody>
          <a:bodyPr wrap="square" anchor="ctr" lIns="36000" rIns="36000" tIns="7200" bIns="7200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800" b="0">
                <a:solidFill>
                  <a:srgbClr val="FF8C42"/>
                </a:solidFill>
                <a:latin typeface="Meiryo"/>
              </a:rPr>
              <a:t>⭐</a:t>
            </a:r>
          </a:p>
        </p:txBody>
      </p:sp>
      <p:sp>
        <p:nvSpPr>
          <p:cNvPr id="46" name="Oval 45"/>
          <p:cNvSpPr/>
          <p:nvPr/>
        </p:nvSpPr>
        <p:spPr>
          <a:xfrm>
            <a:off x="3843000" y="2709000"/>
            <a:ext cx="216000" cy="216000"/>
          </a:xfrm>
          <a:prstGeom prst="ellipse">
            <a:avLst/>
          </a:prstGeom>
          <a:solidFill>
            <a:srgbClr val="FFFFFF"/>
          </a:solidFill>
          <a:ln w="16510">
            <a:solidFill>
              <a:srgbClr val="C7D3D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3825000" y="2701800"/>
            <a:ext cx="251999" cy="216000"/>
          </a:xfrm>
          <a:prstGeom prst="rect">
            <a:avLst/>
          </a:prstGeom>
          <a:noFill/>
        </p:spPr>
        <p:txBody>
          <a:bodyPr wrap="square" anchor="ctr" lIns="36000" rIns="36000" tIns="7200" bIns="7200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800" b="1">
                <a:solidFill>
                  <a:srgbClr val="94A3B8"/>
                </a:solidFill>
                <a:latin typeface="Meiryo"/>
              </a:rPr>
              <a:t>6</a:t>
            </a:r>
          </a:p>
        </p:txBody>
      </p:sp>
      <p:sp>
        <p:nvSpPr>
          <p:cNvPr id="48" name="Oval 47"/>
          <p:cNvSpPr/>
          <p:nvPr/>
        </p:nvSpPr>
        <p:spPr>
          <a:xfrm>
            <a:off x="4093200" y="2709000"/>
            <a:ext cx="216000" cy="216000"/>
          </a:xfrm>
          <a:prstGeom prst="ellipse">
            <a:avLst/>
          </a:prstGeom>
          <a:solidFill>
            <a:srgbClr val="FFFFFF"/>
          </a:solidFill>
          <a:ln w="16510">
            <a:solidFill>
              <a:srgbClr val="C7D3D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4075200" y="2701800"/>
            <a:ext cx="251999" cy="216000"/>
          </a:xfrm>
          <a:prstGeom prst="rect">
            <a:avLst/>
          </a:prstGeom>
          <a:noFill/>
        </p:spPr>
        <p:txBody>
          <a:bodyPr wrap="square" anchor="ctr" lIns="36000" rIns="36000" tIns="7200" bIns="7200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800" b="1">
                <a:solidFill>
                  <a:srgbClr val="94A3B8"/>
                </a:solidFill>
                <a:latin typeface="Meiryo"/>
              </a:rPr>
              <a:t>7</a:t>
            </a:r>
          </a:p>
        </p:txBody>
      </p:sp>
      <p:sp>
        <p:nvSpPr>
          <p:cNvPr id="50" name="Oval 49"/>
          <p:cNvSpPr/>
          <p:nvPr/>
        </p:nvSpPr>
        <p:spPr>
          <a:xfrm>
            <a:off x="4343400" y="2709000"/>
            <a:ext cx="216000" cy="216000"/>
          </a:xfrm>
          <a:prstGeom prst="ellipse">
            <a:avLst/>
          </a:prstGeom>
          <a:solidFill>
            <a:srgbClr val="FFFFFF"/>
          </a:solidFill>
          <a:ln w="16510">
            <a:solidFill>
              <a:srgbClr val="C7D3D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4325400" y="2701800"/>
            <a:ext cx="251999" cy="216000"/>
          </a:xfrm>
          <a:prstGeom prst="rect">
            <a:avLst/>
          </a:prstGeom>
          <a:noFill/>
        </p:spPr>
        <p:txBody>
          <a:bodyPr wrap="square" anchor="ctr" lIns="36000" rIns="36000" tIns="7200" bIns="7200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800" b="1">
                <a:solidFill>
                  <a:srgbClr val="94A3B8"/>
                </a:solidFill>
                <a:latin typeface="Meiryo"/>
              </a:rPr>
              <a:t>8</a:t>
            </a:r>
          </a:p>
        </p:txBody>
      </p:sp>
      <p:sp>
        <p:nvSpPr>
          <p:cNvPr id="52" name="Oval 51"/>
          <p:cNvSpPr/>
          <p:nvPr/>
        </p:nvSpPr>
        <p:spPr>
          <a:xfrm>
            <a:off x="4593600" y="2709000"/>
            <a:ext cx="216000" cy="216000"/>
          </a:xfrm>
          <a:prstGeom prst="ellipse">
            <a:avLst/>
          </a:prstGeom>
          <a:solidFill>
            <a:srgbClr val="FFFFFF"/>
          </a:solidFill>
          <a:ln w="16510">
            <a:solidFill>
              <a:srgbClr val="C7D3D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4575600" y="2701800"/>
            <a:ext cx="251999" cy="216000"/>
          </a:xfrm>
          <a:prstGeom prst="rect">
            <a:avLst/>
          </a:prstGeom>
          <a:noFill/>
        </p:spPr>
        <p:txBody>
          <a:bodyPr wrap="square" anchor="ctr" lIns="36000" rIns="36000" tIns="7200" bIns="7200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800" b="1">
                <a:solidFill>
                  <a:srgbClr val="94A3B8"/>
                </a:solidFill>
                <a:latin typeface="Meiryo"/>
              </a:rPr>
              <a:t>9</a:t>
            </a:r>
          </a:p>
        </p:txBody>
      </p:sp>
      <p:sp>
        <p:nvSpPr>
          <p:cNvPr id="54" name="Oval 53"/>
          <p:cNvSpPr/>
          <p:nvPr/>
        </p:nvSpPr>
        <p:spPr>
          <a:xfrm>
            <a:off x="4843800" y="2709000"/>
            <a:ext cx="216000" cy="216000"/>
          </a:xfrm>
          <a:prstGeom prst="ellipse">
            <a:avLst/>
          </a:prstGeom>
          <a:solidFill>
            <a:srgbClr val="FCE7F0"/>
          </a:solidFill>
          <a:ln w="17780">
            <a:solidFill>
              <a:srgbClr val="E8197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4825800" y="2701800"/>
            <a:ext cx="251999" cy="216000"/>
          </a:xfrm>
          <a:prstGeom prst="rect">
            <a:avLst/>
          </a:prstGeom>
          <a:noFill/>
        </p:spPr>
        <p:txBody>
          <a:bodyPr wrap="square" anchor="ctr" lIns="36000" rIns="36000" tIns="7200" bIns="7200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900" b="1">
                <a:solidFill>
                  <a:srgbClr val="E8197D"/>
                </a:solidFill>
                <a:latin typeface="Meiryo"/>
              </a:rPr>
              <a:t>✦</a:t>
            </a:r>
          </a:p>
        </p:txBody>
      </p:sp>
      <p:sp>
        <p:nvSpPr>
          <p:cNvPr id="56" name="Rounded Rectangle 55"/>
          <p:cNvSpPr/>
          <p:nvPr/>
        </p:nvSpPr>
        <p:spPr>
          <a:xfrm>
            <a:off x="5490000" y="2538000"/>
            <a:ext cx="4950000" cy="558000"/>
          </a:xfrm>
          <a:prstGeom prst="roundRect">
            <a:avLst>
              <a:gd name="adj" fmla="val 14000"/>
            </a:avLst>
          </a:prstGeom>
          <a:solidFill>
            <a:srgbClr val="FFFFFF"/>
          </a:solidFill>
          <a:ln w="20320">
            <a:solidFill>
              <a:srgbClr val="F687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Rounded Rectangle 56"/>
          <p:cNvSpPr/>
          <p:nvPr/>
        </p:nvSpPr>
        <p:spPr>
          <a:xfrm>
            <a:off x="5598000" y="2628000"/>
            <a:ext cx="378000" cy="378000"/>
          </a:xfrm>
          <a:prstGeom prst="roundRect">
            <a:avLst>
              <a:gd name="adj" fmla="val 22000"/>
            </a:avLst>
          </a:prstGeom>
          <a:solidFill>
            <a:srgbClr val="F3F9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5598000" y="2602800"/>
            <a:ext cx="378000" cy="378000"/>
          </a:xfrm>
          <a:prstGeom prst="rect">
            <a:avLst/>
          </a:prstGeom>
          <a:noFill/>
        </p:spPr>
        <p:txBody>
          <a:bodyPr wrap="square" anchor="ctr" lIns="36000" rIns="36000" tIns="7200" bIns="7200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700" b="0">
                <a:solidFill>
                  <a:srgbClr val="1A3A6B"/>
                </a:solidFill>
                <a:latin typeface="Meiryo"/>
              </a:rPr>
              <a:t>😊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6048000" y="2602800"/>
            <a:ext cx="1800000" cy="432000"/>
          </a:xfrm>
          <a:prstGeom prst="rect">
            <a:avLst/>
          </a:prstGeom>
          <a:noFill/>
        </p:spPr>
        <p:txBody>
          <a:bodyPr wrap="square" anchor="ctr" lIns="36000" rIns="36000" tIns="7200" bIns="72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1A3A6B"/>
                </a:solidFill>
                <a:latin typeface="Meiryo"/>
              </a:rPr>
              <a:t>やさしい 言葉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94A3B8"/>
                </a:solidFill>
                <a:latin typeface="Meiryo"/>
              </a:rPr>
              <a:t>ふわふわ 言葉を 使う</a:t>
            </a:r>
          </a:p>
        </p:txBody>
      </p:sp>
      <p:sp>
        <p:nvSpPr>
          <p:cNvPr id="60" name="Oval 59"/>
          <p:cNvSpPr/>
          <p:nvPr/>
        </p:nvSpPr>
        <p:spPr>
          <a:xfrm>
            <a:off x="7830000" y="2709000"/>
            <a:ext cx="216000" cy="216000"/>
          </a:xfrm>
          <a:prstGeom prst="ellipse">
            <a:avLst/>
          </a:prstGeom>
          <a:solidFill>
            <a:srgbClr val="FFFFFF"/>
          </a:solidFill>
          <a:ln w="16510">
            <a:solidFill>
              <a:srgbClr val="C7D3D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7812000" y="2701800"/>
            <a:ext cx="251999" cy="216000"/>
          </a:xfrm>
          <a:prstGeom prst="rect">
            <a:avLst/>
          </a:prstGeom>
          <a:noFill/>
        </p:spPr>
        <p:txBody>
          <a:bodyPr wrap="square" anchor="ctr" lIns="36000" rIns="36000" tIns="7200" bIns="7200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800" b="1">
                <a:solidFill>
                  <a:srgbClr val="94A3B8"/>
                </a:solidFill>
                <a:latin typeface="Meiryo"/>
              </a:rPr>
              <a:t>1</a:t>
            </a:r>
          </a:p>
        </p:txBody>
      </p:sp>
      <p:sp>
        <p:nvSpPr>
          <p:cNvPr id="62" name="Oval 61"/>
          <p:cNvSpPr/>
          <p:nvPr/>
        </p:nvSpPr>
        <p:spPr>
          <a:xfrm>
            <a:off x="8080200" y="2709000"/>
            <a:ext cx="216000" cy="216000"/>
          </a:xfrm>
          <a:prstGeom prst="ellipse">
            <a:avLst/>
          </a:prstGeom>
          <a:solidFill>
            <a:srgbClr val="FFFFFF"/>
          </a:solidFill>
          <a:ln w="16510">
            <a:solidFill>
              <a:srgbClr val="C7D3D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8062200" y="2701800"/>
            <a:ext cx="251999" cy="216000"/>
          </a:xfrm>
          <a:prstGeom prst="rect">
            <a:avLst/>
          </a:prstGeom>
          <a:noFill/>
        </p:spPr>
        <p:txBody>
          <a:bodyPr wrap="square" anchor="ctr" lIns="36000" rIns="36000" tIns="7200" bIns="7200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800" b="1">
                <a:solidFill>
                  <a:srgbClr val="94A3B8"/>
                </a:solidFill>
                <a:latin typeface="Meiryo"/>
              </a:rPr>
              <a:t>2</a:t>
            </a:r>
          </a:p>
        </p:txBody>
      </p:sp>
      <p:sp>
        <p:nvSpPr>
          <p:cNvPr id="64" name="Oval 63"/>
          <p:cNvSpPr/>
          <p:nvPr/>
        </p:nvSpPr>
        <p:spPr>
          <a:xfrm>
            <a:off x="8330400" y="2709000"/>
            <a:ext cx="216000" cy="216000"/>
          </a:xfrm>
          <a:prstGeom prst="ellipse">
            <a:avLst/>
          </a:prstGeom>
          <a:solidFill>
            <a:srgbClr val="FFFFFF"/>
          </a:solidFill>
          <a:ln w="16510">
            <a:solidFill>
              <a:srgbClr val="C7D3D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8312400" y="2701800"/>
            <a:ext cx="251999" cy="216000"/>
          </a:xfrm>
          <a:prstGeom prst="rect">
            <a:avLst/>
          </a:prstGeom>
          <a:noFill/>
        </p:spPr>
        <p:txBody>
          <a:bodyPr wrap="square" anchor="ctr" lIns="36000" rIns="36000" tIns="7200" bIns="7200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800" b="1">
                <a:solidFill>
                  <a:srgbClr val="94A3B8"/>
                </a:solidFill>
                <a:latin typeface="Meiryo"/>
              </a:rPr>
              <a:t>3</a:t>
            </a:r>
          </a:p>
        </p:txBody>
      </p:sp>
      <p:sp>
        <p:nvSpPr>
          <p:cNvPr id="66" name="Oval 65"/>
          <p:cNvSpPr/>
          <p:nvPr/>
        </p:nvSpPr>
        <p:spPr>
          <a:xfrm>
            <a:off x="8580600" y="2709000"/>
            <a:ext cx="216000" cy="216000"/>
          </a:xfrm>
          <a:prstGeom prst="ellipse">
            <a:avLst/>
          </a:prstGeom>
          <a:solidFill>
            <a:srgbClr val="FFFFFF"/>
          </a:solidFill>
          <a:ln w="16510">
            <a:solidFill>
              <a:srgbClr val="C7D3D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TextBox 66"/>
          <p:cNvSpPr txBox="1"/>
          <p:nvPr/>
        </p:nvSpPr>
        <p:spPr>
          <a:xfrm>
            <a:off x="8562600" y="2701800"/>
            <a:ext cx="251999" cy="216000"/>
          </a:xfrm>
          <a:prstGeom prst="rect">
            <a:avLst/>
          </a:prstGeom>
          <a:noFill/>
        </p:spPr>
        <p:txBody>
          <a:bodyPr wrap="square" anchor="ctr" lIns="36000" rIns="36000" tIns="7200" bIns="7200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800" b="1">
                <a:solidFill>
                  <a:srgbClr val="94A3B8"/>
                </a:solidFill>
                <a:latin typeface="Meiryo"/>
              </a:rPr>
              <a:t>4</a:t>
            </a:r>
          </a:p>
        </p:txBody>
      </p:sp>
      <p:sp>
        <p:nvSpPr>
          <p:cNvPr id="68" name="Oval 67"/>
          <p:cNvSpPr/>
          <p:nvPr/>
        </p:nvSpPr>
        <p:spPr>
          <a:xfrm>
            <a:off x="8830800" y="2709000"/>
            <a:ext cx="216000" cy="216000"/>
          </a:xfrm>
          <a:prstGeom prst="ellipse">
            <a:avLst/>
          </a:prstGeom>
          <a:solidFill>
            <a:srgbClr val="FFF6E0"/>
          </a:solidFill>
          <a:ln w="17780">
            <a:solidFill>
              <a:srgbClr val="FFC93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8812800" y="2701800"/>
            <a:ext cx="251999" cy="216000"/>
          </a:xfrm>
          <a:prstGeom prst="rect">
            <a:avLst/>
          </a:prstGeom>
          <a:noFill/>
        </p:spPr>
        <p:txBody>
          <a:bodyPr wrap="square" anchor="ctr" lIns="36000" rIns="36000" tIns="7200" bIns="7200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800" b="0">
                <a:solidFill>
                  <a:srgbClr val="FF8C42"/>
                </a:solidFill>
                <a:latin typeface="Meiryo"/>
              </a:rPr>
              <a:t>⭐</a:t>
            </a:r>
          </a:p>
        </p:txBody>
      </p:sp>
      <p:sp>
        <p:nvSpPr>
          <p:cNvPr id="70" name="Oval 69"/>
          <p:cNvSpPr/>
          <p:nvPr/>
        </p:nvSpPr>
        <p:spPr>
          <a:xfrm>
            <a:off x="9081000" y="2709000"/>
            <a:ext cx="216000" cy="216000"/>
          </a:xfrm>
          <a:prstGeom prst="ellipse">
            <a:avLst/>
          </a:prstGeom>
          <a:solidFill>
            <a:srgbClr val="FFFFFF"/>
          </a:solidFill>
          <a:ln w="16510">
            <a:solidFill>
              <a:srgbClr val="C7D3D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TextBox 70"/>
          <p:cNvSpPr txBox="1"/>
          <p:nvPr/>
        </p:nvSpPr>
        <p:spPr>
          <a:xfrm>
            <a:off x="9063000" y="2701800"/>
            <a:ext cx="251999" cy="216000"/>
          </a:xfrm>
          <a:prstGeom prst="rect">
            <a:avLst/>
          </a:prstGeom>
          <a:noFill/>
        </p:spPr>
        <p:txBody>
          <a:bodyPr wrap="square" anchor="ctr" lIns="36000" rIns="36000" tIns="7200" bIns="7200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800" b="1">
                <a:solidFill>
                  <a:srgbClr val="94A3B8"/>
                </a:solidFill>
                <a:latin typeface="Meiryo"/>
              </a:rPr>
              <a:t>6</a:t>
            </a:r>
          </a:p>
        </p:txBody>
      </p:sp>
      <p:sp>
        <p:nvSpPr>
          <p:cNvPr id="72" name="Oval 71"/>
          <p:cNvSpPr/>
          <p:nvPr/>
        </p:nvSpPr>
        <p:spPr>
          <a:xfrm>
            <a:off x="9331200" y="2709000"/>
            <a:ext cx="216000" cy="216000"/>
          </a:xfrm>
          <a:prstGeom prst="ellipse">
            <a:avLst/>
          </a:prstGeom>
          <a:solidFill>
            <a:srgbClr val="FFFFFF"/>
          </a:solidFill>
          <a:ln w="16510">
            <a:solidFill>
              <a:srgbClr val="C7D3D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TextBox 72"/>
          <p:cNvSpPr txBox="1"/>
          <p:nvPr/>
        </p:nvSpPr>
        <p:spPr>
          <a:xfrm>
            <a:off x="9313200" y="2701800"/>
            <a:ext cx="251999" cy="216000"/>
          </a:xfrm>
          <a:prstGeom prst="rect">
            <a:avLst/>
          </a:prstGeom>
          <a:noFill/>
        </p:spPr>
        <p:txBody>
          <a:bodyPr wrap="square" anchor="ctr" lIns="36000" rIns="36000" tIns="7200" bIns="7200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800" b="1">
                <a:solidFill>
                  <a:srgbClr val="94A3B8"/>
                </a:solidFill>
                <a:latin typeface="Meiryo"/>
              </a:rPr>
              <a:t>7</a:t>
            </a:r>
          </a:p>
        </p:txBody>
      </p:sp>
      <p:sp>
        <p:nvSpPr>
          <p:cNvPr id="74" name="Oval 73"/>
          <p:cNvSpPr/>
          <p:nvPr/>
        </p:nvSpPr>
        <p:spPr>
          <a:xfrm>
            <a:off x="9581400" y="2709000"/>
            <a:ext cx="216000" cy="216000"/>
          </a:xfrm>
          <a:prstGeom prst="ellipse">
            <a:avLst/>
          </a:prstGeom>
          <a:solidFill>
            <a:srgbClr val="FFFFFF"/>
          </a:solidFill>
          <a:ln w="16510">
            <a:solidFill>
              <a:srgbClr val="C7D3D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TextBox 74"/>
          <p:cNvSpPr txBox="1"/>
          <p:nvPr/>
        </p:nvSpPr>
        <p:spPr>
          <a:xfrm>
            <a:off x="9563400" y="2701800"/>
            <a:ext cx="251999" cy="216000"/>
          </a:xfrm>
          <a:prstGeom prst="rect">
            <a:avLst/>
          </a:prstGeom>
          <a:noFill/>
        </p:spPr>
        <p:txBody>
          <a:bodyPr wrap="square" anchor="ctr" lIns="36000" rIns="36000" tIns="7200" bIns="7200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800" b="1">
                <a:solidFill>
                  <a:srgbClr val="94A3B8"/>
                </a:solidFill>
                <a:latin typeface="Meiryo"/>
              </a:rPr>
              <a:t>8</a:t>
            </a:r>
          </a:p>
        </p:txBody>
      </p:sp>
      <p:sp>
        <p:nvSpPr>
          <p:cNvPr id="76" name="Oval 75"/>
          <p:cNvSpPr/>
          <p:nvPr/>
        </p:nvSpPr>
        <p:spPr>
          <a:xfrm>
            <a:off x="9831600" y="2709000"/>
            <a:ext cx="216000" cy="216000"/>
          </a:xfrm>
          <a:prstGeom prst="ellipse">
            <a:avLst/>
          </a:prstGeom>
          <a:solidFill>
            <a:srgbClr val="FFFFFF"/>
          </a:solidFill>
          <a:ln w="16510">
            <a:solidFill>
              <a:srgbClr val="C7D3D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9813600" y="2701800"/>
            <a:ext cx="251999" cy="216000"/>
          </a:xfrm>
          <a:prstGeom prst="rect">
            <a:avLst/>
          </a:prstGeom>
          <a:noFill/>
        </p:spPr>
        <p:txBody>
          <a:bodyPr wrap="square" anchor="ctr" lIns="36000" rIns="36000" tIns="7200" bIns="7200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800" b="1">
                <a:solidFill>
                  <a:srgbClr val="94A3B8"/>
                </a:solidFill>
                <a:latin typeface="Meiryo"/>
              </a:rPr>
              <a:t>9</a:t>
            </a:r>
          </a:p>
        </p:txBody>
      </p:sp>
      <p:sp>
        <p:nvSpPr>
          <p:cNvPr id="78" name="Oval 77"/>
          <p:cNvSpPr/>
          <p:nvPr/>
        </p:nvSpPr>
        <p:spPr>
          <a:xfrm>
            <a:off x="10081800" y="2709000"/>
            <a:ext cx="216000" cy="216000"/>
          </a:xfrm>
          <a:prstGeom prst="ellipse">
            <a:avLst/>
          </a:prstGeom>
          <a:solidFill>
            <a:srgbClr val="FCE7F0"/>
          </a:solidFill>
          <a:ln w="17780">
            <a:solidFill>
              <a:srgbClr val="E8197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TextBox 78"/>
          <p:cNvSpPr txBox="1"/>
          <p:nvPr/>
        </p:nvSpPr>
        <p:spPr>
          <a:xfrm>
            <a:off x="10063800" y="2701800"/>
            <a:ext cx="251999" cy="216000"/>
          </a:xfrm>
          <a:prstGeom prst="rect">
            <a:avLst/>
          </a:prstGeom>
          <a:noFill/>
        </p:spPr>
        <p:txBody>
          <a:bodyPr wrap="square" anchor="ctr" lIns="36000" rIns="36000" tIns="7200" bIns="7200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900" b="1">
                <a:solidFill>
                  <a:srgbClr val="E8197D"/>
                </a:solidFill>
                <a:latin typeface="Meiryo"/>
              </a:rPr>
              <a:t>✦</a:t>
            </a:r>
          </a:p>
        </p:txBody>
      </p:sp>
      <p:sp>
        <p:nvSpPr>
          <p:cNvPr id="80" name="Rounded Rectangle 79"/>
          <p:cNvSpPr/>
          <p:nvPr/>
        </p:nvSpPr>
        <p:spPr>
          <a:xfrm>
            <a:off x="251999" y="3178800"/>
            <a:ext cx="4950000" cy="558000"/>
          </a:xfrm>
          <a:prstGeom prst="roundRect">
            <a:avLst>
              <a:gd name="adj" fmla="val 14000"/>
            </a:avLst>
          </a:prstGeom>
          <a:solidFill>
            <a:srgbClr val="FFFFFF"/>
          </a:solidFill>
          <a:ln w="20320">
            <a:solidFill>
              <a:srgbClr val="8B5C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Rounded Rectangle 80"/>
          <p:cNvSpPr/>
          <p:nvPr/>
        </p:nvSpPr>
        <p:spPr>
          <a:xfrm>
            <a:off x="360000" y="3268800"/>
            <a:ext cx="378000" cy="378000"/>
          </a:xfrm>
          <a:prstGeom prst="roundRect">
            <a:avLst>
              <a:gd name="adj" fmla="val 22000"/>
            </a:avLst>
          </a:prstGeom>
          <a:solidFill>
            <a:srgbClr val="F3F9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TextBox 81"/>
          <p:cNvSpPr txBox="1"/>
          <p:nvPr/>
        </p:nvSpPr>
        <p:spPr>
          <a:xfrm>
            <a:off x="360000" y="3243600"/>
            <a:ext cx="378000" cy="378000"/>
          </a:xfrm>
          <a:prstGeom prst="rect">
            <a:avLst/>
          </a:prstGeom>
          <a:noFill/>
        </p:spPr>
        <p:txBody>
          <a:bodyPr wrap="square" anchor="ctr" lIns="36000" rIns="36000" tIns="7200" bIns="7200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700" b="0">
                <a:solidFill>
                  <a:srgbClr val="1A3A6B"/>
                </a:solidFill>
                <a:latin typeface="Meiryo"/>
              </a:rPr>
              <a:t>🤝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810000" y="3243600"/>
            <a:ext cx="1800000" cy="432000"/>
          </a:xfrm>
          <a:prstGeom prst="rect">
            <a:avLst/>
          </a:prstGeom>
          <a:noFill/>
        </p:spPr>
        <p:txBody>
          <a:bodyPr wrap="square" anchor="ctr" lIns="36000" rIns="36000" tIns="7200" bIns="72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1A3A6B"/>
                </a:solidFill>
                <a:latin typeface="Meiryo"/>
              </a:rPr>
              <a:t>手・足は おだやかに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94A3B8"/>
                </a:solidFill>
                <a:latin typeface="Meiryo"/>
              </a:rPr>
              <a:t>たたかない・けらない</a:t>
            </a:r>
          </a:p>
        </p:txBody>
      </p:sp>
      <p:sp>
        <p:nvSpPr>
          <p:cNvPr id="84" name="Oval 83"/>
          <p:cNvSpPr/>
          <p:nvPr/>
        </p:nvSpPr>
        <p:spPr>
          <a:xfrm>
            <a:off x="2592000" y="3349800"/>
            <a:ext cx="216000" cy="216000"/>
          </a:xfrm>
          <a:prstGeom prst="ellipse">
            <a:avLst/>
          </a:prstGeom>
          <a:solidFill>
            <a:srgbClr val="FFFFFF"/>
          </a:solidFill>
          <a:ln w="16510">
            <a:solidFill>
              <a:srgbClr val="C7D3D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TextBox 84"/>
          <p:cNvSpPr txBox="1"/>
          <p:nvPr/>
        </p:nvSpPr>
        <p:spPr>
          <a:xfrm>
            <a:off x="2574000" y="3342600"/>
            <a:ext cx="251999" cy="216000"/>
          </a:xfrm>
          <a:prstGeom prst="rect">
            <a:avLst/>
          </a:prstGeom>
          <a:noFill/>
        </p:spPr>
        <p:txBody>
          <a:bodyPr wrap="square" anchor="ctr" lIns="36000" rIns="36000" tIns="7200" bIns="7200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800" b="1">
                <a:solidFill>
                  <a:srgbClr val="94A3B8"/>
                </a:solidFill>
                <a:latin typeface="Meiryo"/>
              </a:rPr>
              <a:t>1</a:t>
            </a:r>
          </a:p>
        </p:txBody>
      </p:sp>
      <p:sp>
        <p:nvSpPr>
          <p:cNvPr id="86" name="Oval 85"/>
          <p:cNvSpPr/>
          <p:nvPr/>
        </p:nvSpPr>
        <p:spPr>
          <a:xfrm>
            <a:off x="2842200" y="3349800"/>
            <a:ext cx="216000" cy="216000"/>
          </a:xfrm>
          <a:prstGeom prst="ellipse">
            <a:avLst/>
          </a:prstGeom>
          <a:solidFill>
            <a:srgbClr val="FFFFFF"/>
          </a:solidFill>
          <a:ln w="16510">
            <a:solidFill>
              <a:srgbClr val="C7D3D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TextBox 86"/>
          <p:cNvSpPr txBox="1"/>
          <p:nvPr/>
        </p:nvSpPr>
        <p:spPr>
          <a:xfrm>
            <a:off x="2824200" y="3342600"/>
            <a:ext cx="251999" cy="216000"/>
          </a:xfrm>
          <a:prstGeom prst="rect">
            <a:avLst/>
          </a:prstGeom>
          <a:noFill/>
        </p:spPr>
        <p:txBody>
          <a:bodyPr wrap="square" anchor="ctr" lIns="36000" rIns="36000" tIns="7200" bIns="7200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800" b="1">
                <a:solidFill>
                  <a:srgbClr val="94A3B8"/>
                </a:solidFill>
                <a:latin typeface="Meiryo"/>
              </a:rPr>
              <a:t>2</a:t>
            </a:r>
          </a:p>
        </p:txBody>
      </p:sp>
      <p:sp>
        <p:nvSpPr>
          <p:cNvPr id="88" name="Oval 87"/>
          <p:cNvSpPr/>
          <p:nvPr/>
        </p:nvSpPr>
        <p:spPr>
          <a:xfrm>
            <a:off x="3092400" y="3349800"/>
            <a:ext cx="216000" cy="216000"/>
          </a:xfrm>
          <a:prstGeom prst="ellipse">
            <a:avLst/>
          </a:prstGeom>
          <a:solidFill>
            <a:srgbClr val="FFFFFF"/>
          </a:solidFill>
          <a:ln w="16510">
            <a:solidFill>
              <a:srgbClr val="C7D3D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TextBox 88"/>
          <p:cNvSpPr txBox="1"/>
          <p:nvPr/>
        </p:nvSpPr>
        <p:spPr>
          <a:xfrm>
            <a:off x="3074399" y="3342600"/>
            <a:ext cx="251999" cy="216000"/>
          </a:xfrm>
          <a:prstGeom prst="rect">
            <a:avLst/>
          </a:prstGeom>
          <a:noFill/>
        </p:spPr>
        <p:txBody>
          <a:bodyPr wrap="square" anchor="ctr" lIns="36000" rIns="36000" tIns="7200" bIns="7200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800" b="1">
                <a:solidFill>
                  <a:srgbClr val="94A3B8"/>
                </a:solidFill>
                <a:latin typeface="Meiryo"/>
              </a:rPr>
              <a:t>3</a:t>
            </a:r>
          </a:p>
        </p:txBody>
      </p:sp>
      <p:sp>
        <p:nvSpPr>
          <p:cNvPr id="90" name="Oval 89"/>
          <p:cNvSpPr/>
          <p:nvPr/>
        </p:nvSpPr>
        <p:spPr>
          <a:xfrm>
            <a:off x="3342600" y="3349800"/>
            <a:ext cx="216000" cy="216000"/>
          </a:xfrm>
          <a:prstGeom prst="ellipse">
            <a:avLst/>
          </a:prstGeom>
          <a:solidFill>
            <a:srgbClr val="FFFFFF"/>
          </a:solidFill>
          <a:ln w="16510">
            <a:solidFill>
              <a:srgbClr val="C7D3D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3324600" y="3342600"/>
            <a:ext cx="251999" cy="216000"/>
          </a:xfrm>
          <a:prstGeom prst="rect">
            <a:avLst/>
          </a:prstGeom>
          <a:noFill/>
        </p:spPr>
        <p:txBody>
          <a:bodyPr wrap="square" anchor="ctr" lIns="36000" rIns="36000" tIns="7200" bIns="7200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800" b="1">
                <a:solidFill>
                  <a:srgbClr val="94A3B8"/>
                </a:solidFill>
                <a:latin typeface="Meiryo"/>
              </a:rPr>
              <a:t>4</a:t>
            </a:r>
          </a:p>
        </p:txBody>
      </p:sp>
      <p:sp>
        <p:nvSpPr>
          <p:cNvPr id="92" name="Oval 91"/>
          <p:cNvSpPr/>
          <p:nvPr/>
        </p:nvSpPr>
        <p:spPr>
          <a:xfrm>
            <a:off x="3592800" y="3349800"/>
            <a:ext cx="216000" cy="216000"/>
          </a:xfrm>
          <a:prstGeom prst="ellipse">
            <a:avLst/>
          </a:prstGeom>
          <a:solidFill>
            <a:srgbClr val="FFF6E0"/>
          </a:solidFill>
          <a:ln w="17780">
            <a:solidFill>
              <a:srgbClr val="FFC93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TextBox 92"/>
          <p:cNvSpPr txBox="1"/>
          <p:nvPr/>
        </p:nvSpPr>
        <p:spPr>
          <a:xfrm>
            <a:off x="3574800" y="3342600"/>
            <a:ext cx="251999" cy="216000"/>
          </a:xfrm>
          <a:prstGeom prst="rect">
            <a:avLst/>
          </a:prstGeom>
          <a:noFill/>
        </p:spPr>
        <p:txBody>
          <a:bodyPr wrap="square" anchor="ctr" lIns="36000" rIns="36000" tIns="7200" bIns="7200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800" b="0">
                <a:solidFill>
                  <a:srgbClr val="FF8C42"/>
                </a:solidFill>
                <a:latin typeface="Meiryo"/>
              </a:rPr>
              <a:t>⭐</a:t>
            </a:r>
          </a:p>
        </p:txBody>
      </p:sp>
      <p:sp>
        <p:nvSpPr>
          <p:cNvPr id="94" name="Oval 93"/>
          <p:cNvSpPr/>
          <p:nvPr/>
        </p:nvSpPr>
        <p:spPr>
          <a:xfrm>
            <a:off x="3843000" y="3349800"/>
            <a:ext cx="216000" cy="216000"/>
          </a:xfrm>
          <a:prstGeom prst="ellipse">
            <a:avLst/>
          </a:prstGeom>
          <a:solidFill>
            <a:srgbClr val="FFFFFF"/>
          </a:solidFill>
          <a:ln w="16510">
            <a:solidFill>
              <a:srgbClr val="C7D3D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" name="TextBox 94"/>
          <p:cNvSpPr txBox="1"/>
          <p:nvPr/>
        </p:nvSpPr>
        <p:spPr>
          <a:xfrm>
            <a:off x="3825000" y="3342600"/>
            <a:ext cx="251999" cy="216000"/>
          </a:xfrm>
          <a:prstGeom prst="rect">
            <a:avLst/>
          </a:prstGeom>
          <a:noFill/>
        </p:spPr>
        <p:txBody>
          <a:bodyPr wrap="square" anchor="ctr" lIns="36000" rIns="36000" tIns="7200" bIns="7200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800" b="1">
                <a:solidFill>
                  <a:srgbClr val="94A3B8"/>
                </a:solidFill>
                <a:latin typeface="Meiryo"/>
              </a:rPr>
              <a:t>6</a:t>
            </a:r>
          </a:p>
        </p:txBody>
      </p:sp>
      <p:sp>
        <p:nvSpPr>
          <p:cNvPr id="96" name="Oval 95"/>
          <p:cNvSpPr/>
          <p:nvPr/>
        </p:nvSpPr>
        <p:spPr>
          <a:xfrm>
            <a:off x="4093200" y="3349800"/>
            <a:ext cx="216000" cy="216000"/>
          </a:xfrm>
          <a:prstGeom prst="ellipse">
            <a:avLst/>
          </a:prstGeom>
          <a:solidFill>
            <a:srgbClr val="FFFFFF"/>
          </a:solidFill>
          <a:ln w="16510">
            <a:solidFill>
              <a:srgbClr val="C7D3D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TextBox 96"/>
          <p:cNvSpPr txBox="1"/>
          <p:nvPr/>
        </p:nvSpPr>
        <p:spPr>
          <a:xfrm>
            <a:off x="4075200" y="3342600"/>
            <a:ext cx="251999" cy="216000"/>
          </a:xfrm>
          <a:prstGeom prst="rect">
            <a:avLst/>
          </a:prstGeom>
          <a:noFill/>
        </p:spPr>
        <p:txBody>
          <a:bodyPr wrap="square" anchor="ctr" lIns="36000" rIns="36000" tIns="7200" bIns="7200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800" b="1">
                <a:solidFill>
                  <a:srgbClr val="94A3B8"/>
                </a:solidFill>
                <a:latin typeface="Meiryo"/>
              </a:rPr>
              <a:t>7</a:t>
            </a:r>
          </a:p>
        </p:txBody>
      </p:sp>
      <p:sp>
        <p:nvSpPr>
          <p:cNvPr id="98" name="Oval 97"/>
          <p:cNvSpPr/>
          <p:nvPr/>
        </p:nvSpPr>
        <p:spPr>
          <a:xfrm>
            <a:off x="4343400" y="3349800"/>
            <a:ext cx="216000" cy="216000"/>
          </a:xfrm>
          <a:prstGeom prst="ellipse">
            <a:avLst/>
          </a:prstGeom>
          <a:solidFill>
            <a:srgbClr val="FFFFFF"/>
          </a:solidFill>
          <a:ln w="16510">
            <a:solidFill>
              <a:srgbClr val="C7D3D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" name="TextBox 98"/>
          <p:cNvSpPr txBox="1"/>
          <p:nvPr/>
        </p:nvSpPr>
        <p:spPr>
          <a:xfrm>
            <a:off x="4325400" y="3342600"/>
            <a:ext cx="251999" cy="216000"/>
          </a:xfrm>
          <a:prstGeom prst="rect">
            <a:avLst/>
          </a:prstGeom>
          <a:noFill/>
        </p:spPr>
        <p:txBody>
          <a:bodyPr wrap="square" anchor="ctr" lIns="36000" rIns="36000" tIns="7200" bIns="7200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800" b="1">
                <a:solidFill>
                  <a:srgbClr val="94A3B8"/>
                </a:solidFill>
                <a:latin typeface="Meiryo"/>
              </a:rPr>
              <a:t>8</a:t>
            </a:r>
          </a:p>
        </p:txBody>
      </p:sp>
      <p:sp>
        <p:nvSpPr>
          <p:cNvPr id="100" name="Oval 99"/>
          <p:cNvSpPr/>
          <p:nvPr/>
        </p:nvSpPr>
        <p:spPr>
          <a:xfrm>
            <a:off x="4593600" y="3349800"/>
            <a:ext cx="216000" cy="216000"/>
          </a:xfrm>
          <a:prstGeom prst="ellipse">
            <a:avLst/>
          </a:prstGeom>
          <a:solidFill>
            <a:srgbClr val="FFFFFF"/>
          </a:solidFill>
          <a:ln w="16510">
            <a:solidFill>
              <a:srgbClr val="C7D3D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" name="TextBox 100"/>
          <p:cNvSpPr txBox="1"/>
          <p:nvPr/>
        </p:nvSpPr>
        <p:spPr>
          <a:xfrm>
            <a:off x="4575600" y="3342600"/>
            <a:ext cx="251999" cy="216000"/>
          </a:xfrm>
          <a:prstGeom prst="rect">
            <a:avLst/>
          </a:prstGeom>
          <a:noFill/>
        </p:spPr>
        <p:txBody>
          <a:bodyPr wrap="square" anchor="ctr" lIns="36000" rIns="36000" tIns="7200" bIns="7200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800" b="1">
                <a:solidFill>
                  <a:srgbClr val="94A3B8"/>
                </a:solidFill>
                <a:latin typeface="Meiryo"/>
              </a:rPr>
              <a:t>9</a:t>
            </a:r>
          </a:p>
        </p:txBody>
      </p:sp>
      <p:sp>
        <p:nvSpPr>
          <p:cNvPr id="102" name="Oval 101"/>
          <p:cNvSpPr/>
          <p:nvPr/>
        </p:nvSpPr>
        <p:spPr>
          <a:xfrm>
            <a:off x="4843800" y="3349800"/>
            <a:ext cx="216000" cy="216000"/>
          </a:xfrm>
          <a:prstGeom prst="ellipse">
            <a:avLst/>
          </a:prstGeom>
          <a:solidFill>
            <a:srgbClr val="FCE7F0"/>
          </a:solidFill>
          <a:ln w="17780">
            <a:solidFill>
              <a:srgbClr val="E8197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3" name="TextBox 102"/>
          <p:cNvSpPr txBox="1"/>
          <p:nvPr/>
        </p:nvSpPr>
        <p:spPr>
          <a:xfrm>
            <a:off x="4825800" y="3342600"/>
            <a:ext cx="251999" cy="216000"/>
          </a:xfrm>
          <a:prstGeom prst="rect">
            <a:avLst/>
          </a:prstGeom>
          <a:noFill/>
        </p:spPr>
        <p:txBody>
          <a:bodyPr wrap="square" anchor="ctr" lIns="36000" rIns="36000" tIns="7200" bIns="7200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900" b="1">
                <a:solidFill>
                  <a:srgbClr val="E8197D"/>
                </a:solidFill>
                <a:latin typeface="Meiryo"/>
              </a:rPr>
              <a:t>✦</a:t>
            </a:r>
          </a:p>
        </p:txBody>
      </p:sp>
      <p:sp>
        <p:nvSpPr>
          <p:cNvPr id="104" name="Rounded Rectangle 103"/>
          <p:cNvSpPr/>
          <p:nvPr/>
        </p:nvSpPr>
        <p:spPr>
          <a:xfrm>
            <a:off x="5490000" y="3178800"/>
            <a:ext cx="4950000" cy="558000"/>
          </a:xfrm>
          <a:prstGeom prst="roundRect">
            <a:avLst>
              <a:gd name="adj" fmla="val 14000"/>
            </a:avLst>
          </a:prstGeom>
          <a:solidFill>
            <a:srgbClr val="FFFFFF"/>
          </a:solidFill>
          <a:ln w="20320">
            <a:solidFill>
              <a:srgbClr val="22C55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Rounded Rectangle 104"/>
          <p:cNvSpPr/>
          <p:nvPr/>
        </p:nvSpPr>
        <p:spPr>
          <a:xfrm>
            <a:off x="5598000" y="3268800"/>
            <a:ext cx="378000" cy="378000"/>
          </a:xfrm>
          <a:prstGeom prst="roundRect">
            <a:avLst>
              <a:gd name="adj" fmla="val 22000"/>
            </a:avLst>
          </a:prstGeom>
          <a:solidFill>
            <a:srgbClr val="F3F9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6" name="TextBox 105"/>
          <p:cNvSpPr txBox="1"/>
          <p:nvPr/>
        </p:nvSpPr>
        <p:spPr>
          <a:xfrm>
            <a:off x="5598000" y="3243600"/>
            <a:ext cx="378000" cy="378000"/>
          </a:xfrm>
          <a:prstGeom prst="rect">
            <a:avLst/>
          </a:prstGeom>
          <a:noFill/>
        </p:spPr>
        <p:txBody>
          <a:bodyPr wrap="square" anchor="ctr" lIns="36000" rIns="36000" tIns="7200" bIns="7200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700" b="0">
                <a:solidFill>
                  <a:srgbClr val="1A3A6B"/>
                </a:solidFill>
                <a:latin typeface="Meiryo"/>
              </a:rPr>
              <a:t>✏️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6048000" y="3243600"/>
            <a:ext cx="1800000" cy="432000"/>
          </a:xfrm>
          <a:prstGeom prst="rect">
            <a:avLst/>
          </a:prstGeom>
          <a:noFill/>
        </p:spPr>
        <p:txBody>
          <a:bodyPr wrap="square" anchor="ctr" lIns="36000" rIns="36000" tIns="7200" bIns="72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1A3A6B"/>
                </a:solidFill>
                <a:latin typeface="Meiryo"/>
              </a:rPr>
              <a:t>すわって とりくむ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94A3B8"/>
                </a:solidFill>
                <a:latin typeface="Meiryo"/>
              </a:rPr>
              <a:t>自分の 場所で おちついて</a:t>
            </a:r>
          </a:p>
        </p:txBody>
      </p:sp>
      <p:sp>
        <p:nvSpPr>
          <p:cNvPr id="108" name="Oval 107"/>
          <p:cNvSpPr/>
          <p:nvPr/>
        </p:nvSpPr>
        <p:spPr>
          <a:xfrm>
            <a:off x="7830000" y="3349800"/>
            <a:ext cx="216000" cy="216000"/>
          </a:xfrm>
          <a:prstGeom prst="ellipse">
            <a:avLst/>
          </a:prstGeom>
          <a:solidFill>
            <a:srgbClr val="FFFFFF"/>
          </a:solidFill>
          <a:ln w="16510">
            <a:solidFill>
              <a:srgbClr val="C7D3D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9" name="TextBox 108"/>
          <p:cNvSpPr txBox="1"/>
          <p:nvPr/>
        </p:nvSpPr>
        <p:spPr>
          <a:xfrm>
            <a:off x="7812000" y="3342600"/>
            <a:ext cx="251999" cy="216000"/>
          </a:xfrm>
          <a:prstGeom prst="rect">
            <a:avLst/>
          </a:prstGeom>
          <a:noFill/>
        </p:spPr>
        <p:txBody>
          <a:bodyPr wrap="square" anchor="ctr" lIns="36000" rIns="36000" tIns="7200" bIns="7200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800" b="1">
                <a:solidFill>
                  <a:srgbClr val="94A3B8"/>
                </a:solidFill>
                <a:latin typeface="Meiryo"/>
              </a:rPr>
              <a:t>1</a:t>
            </a:r>
          </a:p>
        </p:txBody>
      </p:sp>
      <p:sp>
        <p:nvSpPr>
          <p:cNvPr id="110" name="Oval 109"/>
          <p:cNvSpPr/>
          <p:nvPr/>
        </p:nvSpPr>
        <p:spPr>
          <a:xfrm>
            <a:off x="8080200" y="3349800"/>
            <a:ext cx="216000" cy="216000"/>
          </a:xfrm>
          <a:prstGeom prst="ellipse">
            <a:avLst/>
          </a:prstGeom>
          <a:solidFill>
            <a:srgbClr val="FFFFFF"/>
          </a:solidFill>
          <a:ln w="16510">
            <a:solidFill>
              <a:srgbClr val="C7D3D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1" name="TextBox 110"/>
          <p:cNvSpPr txBox="1"/>
          <p:nvPr/>
        </p:nvSpPr>
        <p:spPr>
          <a:xfrm>
            <a:off x="8062200" y="3342600"/>
            <a:ext cx="251999" cy="216000"/>
          </a:xfrm>
          <a:prstGeom prst="rect">
            <a:avLst/>
          </a:prstGeom>
          <a:noFill/>
        </p:spPr>
        <p:txBody>
          <a:bodyPr wrap="square" anchor="ctr" lIns="36000" rIns="36000" tIns="7200" bIns="7200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800" b="1">
                <a:solidFill>
                  <a:srgbClr val="94A3B8"/>
                </a:solidFill>
                <a:latin typeface="Meiryo"/>
              </a:rPr>
              <a:t>2</a:t>
            </a:r>
          </a:p>
        </p:txBody>
      </p:sp>
      <p:sp>
        <p:nvSpPr>
          <p:cNvPr id="112" name="Oval 111"/>
          <p:cNvSpPr/>
          <p:nvPr/>
        </p:nvSpPr>
        <p:spPr>
          <a:xfrm>
            <a:off x="8330400" y="3349800"/>
            <a:ext cx="216000" cy="216000"/>
          </a:xfrm>
          <a:prstGeom prst="ellipse">
            <a:avLst/>
          </a:prstGeom>
          <a:solidFill>
            <a:srgbClr val="FFFFFF"/>
          </a:solidFill>
          <a:ln w="16510">
            <a:solidFill>
              <a:srgbClr val="C7D3D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3" name="TextBox 112"/>
          <p:cNvSpPr txBox="1"/>
          <p:nvPr/>
        </p:nvSpPr>
        <p:spPr>
          <a:xfrm>
            <a:off x="8312400" y="3342600"/>
            <a:ext cx="251999" cy="216000"/>
          </a:xfrm>
          <a:prstGeom prst="rect">
            <a:avLst/>
          </a:prstGeom>
          <a:noFill/>
        </p:spPr>
        <p:txBody>
          <a:bodyPr wrap="square" anchor="ctr" lIns="36000" rIns="36000" tIns="7200" bIns="7200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800" b="1">
                <a:solidFill>
                  <a:srgbClr val="94A3B8"/>
                </a:solidFill>
                <a:latin typeface="Meiryo"/>
              </a:rPr>
              <a:t>3</a:t>
            </a:r>
          </a:p>
        </p:txBody>
      </p:sp>
      <p:sp>
        <p:nvSpPr>
          <p:cNvPr id="114" name="Oval 113"/>
          <p:cNvSpPr/>
          <p:nvPr/>
        </p:nvSpPr>
        <p:spPr>
          <a:xfrm>
            <a:off x="8580600" y="3349800"/>
            <a:ext cx="216000" cy="216000"/>
          </a:xfrm>
          <a:prstGeom prst="ellipse">
            <a:avLst/>
          </a:prstGeom>
          <a:solidFill>
            <a:srgbClr val="FFFFFF"/>
          </a:solidFill>
          <a:ln w="16510">
            <a:solidFill>
              <a:srgbClr val="C7D3D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5" name="TextBox 114"/>
          <p:cNvSpPr txBox="1"/>
          <p:nvPr/>
        </p:nvSpPr>
        <p:spPr>
          <a:xfrm>
            <a:off x="8562600" y="3342600"/>
            <a:ext cx="251999" cy="216000"/>
          </a:xfrm>
          <a:prstGeom prst="rect">
            <a:avLst/>
          </a:prstGeom>
          <a:noFill/>
        </p:spPr>
        <p:txBody>
          <a:bodyPr wrap="square" anchor="ctr" lIns="36000" rIns="36000" tIns="7200" bIns="7200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800" b="1">
                <a:solidFill>
                  <a:srgbClr val="94A3B8"/>
                </a:solidFill>
                <a:latin typeface="Meiryo"/>
              </a:rPr>
              <a:t>4</a:t>
            </a:r>
          </a:p>
        </p:txBody>
      </p:sp>
      <p:sp>
        <p:nvSpPr>
          <p:cNvPr id="116" name="Oval 115"/>
          <p:cNvSpPr/>
          <p:nvPr/>
        </p:nvSpPr>
        <p:spPr>
          <a:xfrm>
            <a:off x="8830800" y="3349800"/>
            <a:ext cx="216000" cy="216000"/>
          </a:xfrm>
          <a:prstGeom prst="ellipse">
            <a:avLst/>
          </a:prstGeom>
          <a:solidFill>
            <a:srgbClr val="FFF6E0"/>
          </a:solidFill>
          <a:ln w="17780">
            <a:solidFill>
              <a:srgbClr val="FFC93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7" name="TextBox 116"/>
          <p:cNvSpPr txBox="1"/>
          <p:nvPr/>
        </p:nvSpPr>
        <p:spPr>
          <a:xfrm>
            <a:off x="8812800" y="3342600"/>
            <a:ext cx="251999" cy="216000"/>
          </a:xfrm>
          <a:prstGeom prst="rect">
            <a:avLst/>
          </a:prstGeom>
          <a:noFill/>
        </p:spPr>
        <p:txBody>
          <a:bodyPr wrap="square" anchor="ctr" lIns="36000" rIns="36000" tIns="7200" bIns="7200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800" b="0">
                <a:solidFill>
                  <a:srgbClr val="FF8C42"/>
                </a:solidFill>
                <a:latin typeface="Meiryo"/>
              </a:rPr>
              <a:t>⭐</a:t>
            </a:r>
          </a:p>
        </p:txBody>
      </p:sp>
      <p:sp>
        <p:nvSpPr>
          <p:cNvPr id="118" name="Oval 117"/>
          <p:cNvSpPr/>
          <p:nvPr/>
        </p:nvSpPr>
        <p:spPr>
          <a:xfrm>
            <a:off x="9081000" y="3349800"/>
            <a:ext cx="216000" cy="216000"/>
          </a:xfrm>
          <a:prstGeom prst="ellipse">
            <a:avLst/>
          </a:prstGeom>
          <a:solidFill>
            <a:srgbClr val="FFFFFF"/>
          </a:solidFill>
          <a:ln w="16510">
            <a:solidFill>
              <a:srgbClr val="C7D3D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9063000" y="3342600"/>
            <a:ext cx="251999" cy="216000"/>
          </a:xfrm>
          <a:prstGeom prst="rect">
            <a:avLst/>
          </a:prstGeom>
          <a:noFill/>
        </p:spPr>
        <p:txBody>
          <a:bodyPr wrap="square" anchor="ctr" lIns="36000" rIns="36000" tIns="7200" bIns="7200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800" b="1">
                <a:solidFill>
                  <a:srgbClr val="94A3B8"/>
                </a:solidFill>
                <a:latin typeface="Meiryo"/>
              </a:rPr>
              <a:t>6</a:t>
            </a:r>
          </a:p>
        </p:txBody>
      </p:sp>
      <p:sp>
        <p:nvSpPr>
          <p:cNvPr id="120" name="Oval 119"/>
          <p:cNvSpPr/>
          <p:nvPr/>
        </p:nvSpPr>
        <p:spPr>
          <a:xfrm>
            <a:off x="9331200" y="3349800"/>
            <a:ext cx="216000" cy="216000"/>
          </a:xfrm>
          <a:prstGeom prst="ellipse">
            <a:avLst/>
          </a:prstGeom>
          <a:solidFill>
            <a:srgbClr val="FFFFFF"/>
          </a:solidFill>
          <a:ln w="16510">
            <a:solidFill>
              <a:srgbClr val="C7D3D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1" name="TextBox 120"/>
          <p:cNvSpPr txBox="1"/>
          <p:nvPr/>
        </p:nvSpPr>
        <p:spPr>
          <a:xfrm>
            <a:off x="9313200" y="3342600"/>
            <a:ext cx="251999" cy="216000"/>
          </a:xfrm>
          <a:prstGeom prst="rect">
            <a:avLst/>
          </a:prstGeom>
          <a:noFill/>
        </p:spPr>
        <p:txBody>
          <a:bodyPr wrap="square" anchor="ctr" lIns="36000" rIns="36000" tIns="7200" bIns="7200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800" b="1">
                <a:solidFill>
                  <a:srgbClr val="94A3B8"/>
                </a:solidFill>
                <a:latin typeface="Meiryo"/>
              </a:rPr>
              <a:t>7</a:t>
            </a:r>
          </a:p>
        </p:txBody>
      </p:sp>
      <p:sp>
        <p:nvSpPr>
          <p:cNvPr id="122" name="Oval 121"/>
          <p:cNvSpPr/>
          <p:nvPr/>
        </p:nvSpPr>
        <p:spPr>
          <a:xfrm>
            <a:off x="9581400" y="3349800"/>
            <a:ext cx="216000" cy="216000"/>
          </a:xfrm>
          <a:prstGeom prst="ellipse">
            <a:avLst/>
          </a:prstGeom>
          <a:solidFill>
            <a:srgbClr val="FFFFFF"/>
          </a:solidFill>
          <a:ln w="16510">
            <a:solidFill>
              <a:srgbClr val="C7D3D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3" name="TextBox 122"/>
          <p:cNvSpPr txBox="1"/>
          <p:nvPr/>
        </p:nvSpPr>
        <p:spPr>
          <a:xfrm>
            <a:off x="9563400" y="3342600"/>
            <a:ext cx="251999" cy="216000"/>
          </a:xfrm>
          <a:prstGeom prst="rect">
            <a:avLst/>
          </a:prstGeom>
          <a:noFill/>
        </p:spPr>
        <p:txBody>
          <a:bodyPr wrap="square" anchor="ctr" lIns="36000" rIns="36000" tIns="7200" bIns="7200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800" b="1">
                <a:solidFill>
                  <a:srgbClr val="94A3B8"/>
                </a:solidFill>
                <a:latin typeface="Meiryo"/>
              </a:rPr>
              <a:t>8</a:t>
            </a:r>
          </a:p>
        </p:txBody>
      </p:sp>
      <p:sp>
        <p:nvSpPr>
          <p:cNvPr id="124" name="Oval 123"/>
          <p:cNvSpPr/>
          <p:nvPr/>
        </p:nvSpPr>
        <p:spPr>
          <a:xfrm>
            <a:off x="9831600" y="3349800"/>
            <a:ext cx="216000" cy="216000"/>
          </a:xfrm>
          <a:prstGeom prst="ellipse">
            <a:avLst/>
          </a:prstGeom>
          <a:solidFill>
            <a:srgbClr val="FFFFFF"/>
          </a:solidFill>
          <a:ln w="16510">
            <a:solidFill>
              <a:srgbClr val="C7D3D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5" name="TextBox 124"/>
          <p:cNvSpPr txBox="1"/>
          <p:nvPr/>
        </p:nvSpPr>
        <p:spPr>
          <a:xfrm>
            <a:off x="9813600" y="3342600"/>
            <a:ext cx="251999" cy="216000"/>
          </a:xfrm>
          <a:prstGeom prst="rect">
            <a:avLst/>
          </a:prstGeom>
          <a:noFill/>
        </p:spPr>
        <p:txBody>
          <a:bodyPr wrap="square" anchor="ctr" lIns="36000" rIns="36000" tIns="7200" bIns="7200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800" b="1">
                <a:solidFill>
                  <a:srgbClr val="94A3B8"/>
                </a:solidFill>
                <a:latin typeface="Meiryo"/>
              </a:rPr>
              <a:t>9</a:t>
            </a:r>
          </a:p>
        </p:txBody>
      </p:sp>
      <p:sp>
        <p:nvSpPr>
          <p:cNvPr id="126" name="Oval 125"/>
          <p:cNvSpPr/>
          <p:nvPr/>
        </p:nvSpPr>
        <p:spPr>
          <a:xfrm>
            <a:off x="10081800" y="3349800"/>
            <a:ext cx="216000" cy="216000"/>
          </a:xfrm>
          <a:prstGeom prst="ellipse">
            <a:avLst/>
          </a:prstGeom>
          <a:solidFill>
            <a:srgbClr val="FCE7F0"/>
          </a:solidFill>
          <a:ln w="17780">
            <a:solidFill>
              <a:srgbClr val="E8197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7" name="TextBox 126"/>
          <p:cNvSpPr txBox="1"/>
          <p:nvPr/>
        </p:nvSpPr>
        <p:spPr>
          <a:xfrm>
            <a:off x="10063800" y="3342600"/>
            <a:ext cx="251999" cy="216000"/>
          </a:xfrm>
          <a:prstGeom prst="rect">
            <a:avLst/>
          </a:prstGeom>
          <a:noFill/>
        </p:spPr>
        <p:txBody>
          <a:bodyPr wrap="square" anchor="ctr" lIns="36000" rIns="36000" tIns="7200" bIns="7200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900" b="1">
                <a:solidFill>
                  <a:srgbClr val="E8197D"/>
                </a:solidFill>
                <a:latin typeface="Meiryo"/>
              </a:rPr>
              <a:t>✦</a:t>
            </a:r>
          </a:p>
        </p:txBody>
      </p:sp>
      <p:sp>
        <p:nvSpPr>
          <p:cNvPr id="128" name="Rounded Rectangle 127"/>
          <p:cNvSpPr/>
          <p:nvPr/>
        </p:nvSpPr>
        <p:spPr>
          <a:xfrm>
            <a:off x="251999" y="3819600"/>
            <a:ext cx="4950000" cy="558000"/>
          </a:xfrm>
          <a:prstGeom prst="roundRect">
            <a:avLst>
              <a:gd name="adj" fmla="val 14000"/>
            </a:avLst>
          </a:prstGeom>
          <a:solidFill>
            <a:srgbClr val="FFFFFF"/>
          </a:solidFill>
          <a:ln w="20320">
            <a:solidFill>
              <a:srgbClr val="FFC93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9" name="Rounded Rectangle 128"/>
          <p:cNvSpPr/>
          <p:nvPr/>
        </p:nvSpPr>
        <p:spPr>
          <a:xfrm>
            <a:off x="360000" y="3909600"/>
            <a:ext cx="378000" cy="378000"/>
          </a:xfrm>
          <a:prstGeom prst="roundRect">
            <a:avLst>
              <a:gd name="adj" fmla="val 22000"/>
            </a:avLst>
          </a:prstGeom>
          <a:solidFill>
            <a:srgbClr val="F3F9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0" name="TextBox 129"/>
          <p:cNvSpPr txBox="1"/>
          <p:nvPr/>
        </p:nvSpPr>
        <p:spPr>
          <a:xfrm>
            <a:off x="360000" y="3884399"/>
            <a:ext cx="378000" cy="378000"/>
          </a:xfrm>
          <a:prstGeom prst="rect">
            <a:avLst/>
          </a:prstGeom>
          <a:noFill/>
        </p:spPr>
        <p:txBody>
          <a:bodyPr wrap="square" anchor="ctr" lIns="36000" rIns="36000" tIns="7200" bIns="7200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700" b="0">
                <a:solidFill>
                  <a:srgbClr val="1A3A6B"/>
                </a:solidFill>
                <a:latin typeface="Meiryo"/>
              </a:rPr>
              <a:t>⭐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10000" y="3884399"/>
            <a:ext cx="1800000" cy="432000"/>
          </a:xfrm>
          <a:prstGeom prst="rect">
            <a:avLst/>
          </a:prstGeom>
          <a:noFill/>
        </p:spPr>
        <p:txBody>
          <a:bodyPr wrap="square" anchor="ctr" lIns="36000" rIns="36000" tIns="7200" bIns="72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1A3A6B"/>
                </a:solidFill>
                <a:latin typeface="Meiryo"/>
              </a:rPr>
              <a:t>きらり ポイント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94A3B8"/>
                </a:solidFill>
                <a:latin typeface="Meiryo"/>
              </a:rPr>
              <a:t>とくい・成長した こと</a:t>
            </a:r>
          </a:p>
        </p:txBody>
      </p:sp>
      <p:sp>
        <p:nvSpPr>
          <p:cNvPr id="132" name="Oval 131"/>
          <p:cNvSpPr/>
          <p:nvPr/>
        </p:nvSpPr>
        <p:spPr>
          <a:xfrm>
            <a:off x="2592000" y="3990599"/>
            <a:ext cx="216000" cy="216000"/>
          </a:xfrm>
          <a:prstGeom prst="ellipse">
            <a:avLst/>
          </a:prstGeom>
          <a:solidFill>
            <a:srgbClr val="FFFFFF"/>
          </a:solidFill>
          <a:ln w="16510">
            <a:solidFill>
              <a:srgbClr val="C7D3D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3" name="TextBox 132"/>
          <p:cNvSpPr txBox="1"/>
          <p:nvPr/>
        </p:nvSpPr>
        <p:spPr>
          <a:xfrm>
            <a:off x="2574000" y="3983400"/>
            <a:ext cx="251999" cy="216000"/>
          </a:xfrm>
          <a:prstGeom prst="rect">
            <a:avLst/>
          </a:prstGeom>
          <a:noFill/>
        </p:spPr>
        <p:txBody>
          <a:bodyPr wrap="square" anchor="ctr" lIns="36000" rIns="36000" tIns="7200" bIns="7200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800" b="1">
                <a:solidFill>
                  <a:srgbClr val="94A3B8"/>
                </a:solidFill>
                <a:latin typeface="Meiryo"/>
              </a:rPr>
              <a:t>1</a:t>
            </a:r>
          </a:p>
        </p:txBody>
      </p:sp>
      <p:sp>
        <p:nvSpPr>
          <p:cNvPr id="134" name="Oval 133"/>
          <p:cNvSpPr/>
          <p:nvPr/>
        </p:nvSpPr>
        <p:spPr>
          <a:xfrm>
            <a:off x="2842200" y="3990599"/>
            <a:ext cx="216000" cy="216000"/>
          </a:xfrm>
          <a:prstGeom prst="ellipse">
            <a:avLst/>
          </a:prstGeom>
          <a:solidFill>
            <a:srgbClr val="FFFFFF"/>
          </a:solidFill>
          <a:ln w="16510">
            <a:solidFill>
              <a:srgbClr val="C7D3D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5" name="TextBox 134"/>
          <p:cNvSpPr txBox="1"/>
          <p:nvPr/>
        </p:nvSpPr>
        <p:spPr>
          <a:xfrm>
            <a:off x="2824200" y="3983400"/>
            <a:ext cx="251999" cy="216000"/>
          </a:xfrm>
          <a:prstGeom prst="rect">
            <a:avLst/>
          </a:prstGeom>
          <a:noFill/>
        </p:spPr>
        <p:txBody>
          <a:bodyPr wrap="square" anchor="ctr" lIns="36000" rIns="36000" tIns="7200" bIns="7200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800" b="1">
                <a:solidFill>
                  <a:srgbClr val="94A3B8"/>
                </a:solidFill>
                <a:latin typeface="Meiryo"/>
              </a:rPr>
              <a:t>2</a:t>
            </a:r>
          </a:p>
        </p:txBody>
      </p:sp>
      <p:sp>
        <p:nvSpPr>
          <p:cNvPr id="136" name="Oval 135"/>
          <p:cNvSpPr/>
          <p:nvPr/>
        </p:nvSpPr>
        <p:spPr>
          <a:xfrm>
            <a:off x="3092400" y="3990599"/>
            <a:ext cx="216000" cy="216000"/>
          </a:xfrm>
          <a:prstGeom prst="ellipse">
            <a:avLst/>
          </a:prstGeom>
          <a:solidFill>
            <a:srgbClr val="FFFFFF"/>
          </a:solidFill>
          <a:ln w="16510">
            <a:solidFill>
              <a:srgbClr val="C7D3D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7" name="TextBox 136"/>
          <p:cNvSpPr txBox="1"/>
          <p:nvPr/>
        </p:nvSpPr>
        <p:spPr>
          <a:xfrm>
            <a:off x="3074399" y="3983400"/>
            <a:ext cx="251999" cy="216000"/>
          </a:xfrm>
          <a:prstGeom prst="rect">
            <a:avLst/>
          </a:prstGeom>
          <a:noFill/>
        </p:spPr>
        <p:txBody>
          <a:bodyPr wrap="square" anchor="ctr" lIns="36000" rIns="36000" tIns="7200" bIns="7200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800" b="1">
                <a:solidFill>
                  <a:srgbClr val="94A3B8"/>
                </a:solidFill>
                <a:latin typeface="Meiryo"/>
              </a:rPr>
              <a:t>3</a:t>
            </a:r>
          </a:p>
        </p:txBody>
      </p:sp>
      <p:sp>
        <p:nvSpPr>
          <p:cNvPr id="138" name="Oval 137"/>
          <p:cNvSpPr/>
          <p:nvPr/>
        </p:nvSpPr>
        <p:spPr>
          <a:xfrm>
            <a:off x="3342600" y="3990599"/>
            <a:ext cx="216000" cy="216000"/>
          </a:xfrm>
          <a:prstGeom prst="ellipse">
            <a:avLst/>
          </a:prstGeom>
          <a:solidFill>
            <a:srgbClr val="FFFFFF"/>
          </a:solidFill>
          <a:ln w="16510">
            <a:solidFill>
              <a:srgbClr val="C7D3D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9" name="TextBox 138"/>
          <p:cNvSpPr txBox="1"/>
          <p:nvPr/>
        </p:nvSpPr>
        <p:spPr>
          <a:xfrm>
            <a:off x="3324600" y="3983400"/>
            <a:ext cx="251999" cy="216000"/>
          </a:xfrm>
          <a:prstGeom prst="rect">
            <a:avLst/>
          </a:prstGeom>
          <a:noFill/>
        </p:spPr>
        <p:txBody>
          <a:bodyPr wrap="square" anchor="ctr" lIns="36000" rIns="36000" tIns="7200" bIns="7200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800" b="1">
                <a:solidFill>
                  <a:srgbClr val="94A3B8"/>
                </a:solidFill>
                <a:latin typeface="Meiryo"/>
              </a:rPr>
              <a:t>4</a:t>
            </a:r>
          </a:p>
        </p:txBody>
      </p:sp>
      <p:sp>
        <p:nvSpPr>
          <p:cNvPr id="140" name="Oval 139"/>
          <p:cNvSpPr/>
          <p:nvPr/>
        </p:nvSpPr>
        <p:spPr>
          <a:xfrm>
            <a:off x="3592800" y="3990599"/>
            <a:ext cx="216000" cy="216000"/>
          </a:xfrm>
          <a:prstGeom prst="ellipse">
            <a:avLst/>
          </a:prstGeom>
          <a:solidFill>
            <a:srgbClr val="FFF6E0"/>
          </a:solidFill>
          <a:ln w="17780">
            <a:solidFill>
              <a:srgbClr val="FFC93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1" name="TextBox 140"/>
          <p:cNvSpPr txBox="1"/>
          <p:nvPr/>
        </p:nvSpPr>
        <p:spPr>
          <a:xfrm>
            <a:off x="3574800" y="3983400"/>
            <a:ext cx="251999" cy="216000"/>
          </a:xfrm>
          <a:prstGeom prst="rect">
            <a:avLst/>
          </a:prstGeom>
          <a:noFill/>
        </p:spPr>
        <p:txBody>
          <a:bodyPr wrap="square" anchor="ctr" lIns="36000" rIns="36000" tIns="7200" bIns="7200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800" b="0">
                <a:solidFill>
                  <a:srgbClr val="FF8C42"/>
                </a:solidFill>
                <a:latin typeface="Meiryo"/>
              </a:rPr>
              <a:t>⭐</a:t>
            </a:r>
          </a:p>
        </p:txBody>
      </p:sp>
      <p:sp>
        <p:nvSpPr>
          <p:cNvPr id="142" name="Oval 141"/>
          <p:cNvSpPr/>
          <p:nvPr/>
        </p:nvSpPr>
        <p:spPr>
          <a:xfrm>
            <a:off x="3843000" y="3990599"/>
            <a:ext cx="216000" cy="216000"/>
          </a:xfrm>
          <a:prstGeom prst="ellipse">
            <a:avLst/>
          </a:prstGeom>
          <a:solidFill>
            <a:srgbClr val="FFFFFF"/>
          </a:solidFill>
          <a:ln w="16510">
            <a:solidFill>
              <a:srgbClr val="C7D3D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3" name="TextBox 142"/>
          <p:cNvSpPr txBox="1"/>
          <p:nvPr/>
        </p:nvSpPr>
        <p:spPr>
          <a:xfrm>
            <a:off x="3825000" y="3983400"/>
            <a:ext cx="251999" cy="216000"/>
          </a:xfrm>
          <a:prstGeom prst="rect">
            <a:avLst/>
          </a:prstGeom>
          <a:noFill/>
        </p:spPr>
        <p:txBody>
          <a:bodyPr wrap="square" anchor="ctr" lIns="36000" rIns="36000" tIns="7200" bIns="7200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800" b="1">
                <a:solidFill>
                  <a:srgbClr val="94A3B8"/>
                </a:solidFill>
                <a:latin typeface="Meiryo"/>
              </a:rPr>
              <a:t>6</a:t>
            </a:r>
          </a:p>
        </p:txBody>
      </p:sp>
      <p:sp>
        <p:nvSpPr>
          <p:cNvPr id="144" name="Oval 143"/>
          <p:cNvSpPr/>
          <p:nvPr/>
        </p:nvSpPr>
        <p:spPr>
          <a:xfrm>
            <a:off x="4093200" y="3990599"/>
            <a:ext cx="216000" cy="216000"/>
          </a:xfrm>
          <a:prstGeom prst="ellipse">
            <a:avLst/>
          </a:prstGeom>
          <a:solidFill>
            <a:srgbClr val="FFFFFF"/>
          </a:solidFill>
          <a:ln w="16510">
            <a:solidFill>
              <a:srgbClr val="C7D3D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5" name="TextBox 144"/>
          <p:cNvSpPr txBox="1"/>
          <p:nvPr/>
        </p:nvSpPr>
        <p:spPr>
          <a:xfrm>
            <a:off x="4075200" y="3983400"/>
            <a:ext cx="251999" cy="216000"/>
          </a:xfrm>
          <a:prstGeom prst="rect">
            <a:avLst/>
          </a:prstGeom>
          <a:noFill/>
        </p:spPr>
        <p:txBody>
          <a:bodyPr wrap="square" anchor="ctr" lIns="36000" rIns="36000" tIns="7200" bIns="7200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800" b="1">
                <a:solidFill>
                  <a:srgbClr val="94A3B8"/>
                </a:solidFill>
                <a:latin typeface="Meiryo"/>
              </a:rPr>
              <a:t>7</a:t>
            </a:r>
          </a:p>
        </p:txBody>
      </p:sp>
      <p:sp>
        <p:nvSpPr>
          <p:cNvPr id="146" name="Oval 145"/>
          <p:cNvSpPr/>
          <p:nvPr/>
        </p:nvSpPr>
        <p:spPr>
          <a:xfrm>
            <a:off x="4343400" y="3990599"/>
            <a:ext cx="216000" cy="216000"/>
          </a:xfrm>
          <a:prstGeom prst="ellipse">
            <a:avLst/>
          </a:prstGeom>
          <a:solidFill>
            <a:srgbClr val="FFFFFF"/>
          </a:solidFill>
          <a:ln w="16510">
            <a:solidFill>
              <a:srgbClr val="C7D3D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7" name="TextBox 146"/>
          <p:cNvSpPr txBox="1"/>
          <p:nvPr/>
        </p:nvSpPr>
        <p:spPr>
          <a:xfrm>
            <a:off x="4325400" y="3983400"/>
            <a:ext cx="251999" cy="216000"/>
          </a:xfrm>
          <a:prstGeom prst="rect">
            <a:avLst/>
          </a:prstGeom>
          <a:noFill/>
        </p:spPr>
        <p:txBody>
          <a:bodyPr wrap="square" anchor="ctr" lIns="36000" rIns="36000" tIns="7200" bIns="7200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800" b="1">
                <a:solidFill>
                  <a:srgbClr val="94A3B8"/>
                </a:solidFill>
                <a:latin typeface="Meiryo"/>
              </a:rPr>
              <a:t>8</a:t>
            </a:r>
          </a:p>
        </p:txBody>
      </p:sp>
      <p:sp>
        <p:nvSpPr>
          <p:cNvPr id="148" name="Oval 147"/>
          <p:cNvSpPr/>
          <p:nvPr/>
        </p:nvSpPr>
        <p:spPr>
          <a:xfrm>
            <a:off x="4593600" y="3990599"/>
            <a:ext cx="216000" cy="216000"/>
          </a:xfrm>
          <a:prstGeom prst="ellipse">
            <a:avLst/>
          </a:prstGeom>
          <a:solidFill>
            <a:srgbClr val="FFFFFF"/>
          </a:solidFill>
          <a:ln w="16510">
            <a:solidFill>
              <a:srgbClr val="C7D3D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9" name="TextBox 148"/>
          <p:cNvSpPr txBox="1"/>
          <p:nvPr/>
        </p:nvSpPr>
        <p:spPr>
          <a:xfrm>
            <a:off x="4575600" y="3983400"/>
            <a:ext cx="251999" cy="216000"/>
          </a:xfrm>
          <a:prstGeom prst="rect">
            <a:avLst/>
          </a:prstGeom>
          <a:noFill/>
        </p:spPr>
        <p:txBody>
          <a:bodyPr wrap="square" anchor="ctr" lIns="36000" rIns="36000" tIns="7200" bIns="7200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800" b="1">
                <a:solidFill>
                  <a:srgbClr val="94A3B8"/>
                </a:solidFill>
                <a:latin typeface="Meiryo"/>
              </a:rPr>
              <a:t>9</a:t>
            </a:r>
          </a:p>
        </p:txBody>
      </p:sp>
      <p:sp>
        <p:nvSpPr>
          <p:cNvPr id="150" name="Oval 149"/>
          <p:cNvSpPr/>
          <p:nvPr/>
        </p:nvSpPr>
        <p:spPr>
          <a:xfrm>
            <a:off x="4843800" y="3990599"/>
            <a:ext cx="216000" cy="216000"/>
          </a:xfrm>
          <a:prstGeom prst="ellipse">
            <a:avLst/>
          </a:prstGeom>
          <a:solidFill>
            <a:srgbClr val="FCE7F0"/>
          </a:solidFill>
          <a:ln w="17780">
            <a:solidFill>
              <a:srgbClr val="E8197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1" name="TextBox 150"/>
          <p:cNvSpPr txBox="1"/>
          <p:nvPr/>
        </p:nvSpPr>
        <p:spPr>
          <a:xfrm>
            <a:off x="4825800" y="3983400"/>
            <a:ext cx="251999" cy="216000"/>
          </a:xfrm>
          <a:prstGeom prst="rect">
            <a:avLst/>
          </a:prstGeom>
          <a:noFill/>
        </p:spPr>
        <p:txBody>
          <a:bodyPr wrap="square" anchor="ctr" lIns="36000" rIns="36000" tIns="7200" bIns="7200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900" b="1">
                <a:solidFill>
                  <a:srgbClr val="E8197D"/>
                </a:solidFill>
                <a:latin typeface="Meiryo"/>
              </a:rPr>
              <a:t>✦</a:t>
            </a:r>
          </a:p>
        </p:txBody>
      </p:sp>
      <p:sp>
        <p:nvSpPr>
          <p:cNvPr id="152" name="Rounded Rectangle 151"/>
          <p:cNvSpPr/>
          <p:nvPr/>
        </p:nvSpPr>
        <p:spPr>
          <a:xfrm>
            <a:off x="5490000" y="3819600"/>
            <a:ext cx="4950000" cy="558000"/>
          </a:xfrm>
          <a:prstGeom prst="roundRect">
            <a:avLst>
              <a:gd name="adj" fmla="val 14000"/>
            </a:avLst>
          </a:prstGeom>
          <a:solidFill>
            <a:srgbClr val="FFFFFF"/>
          </a:solidFill>
          <a:ln w="20320">
            <a:solidFill>
              <a:srgbClr val="FF8C4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3" name="Rounded Rectangle 152"/>
          <p:cNvSpPr/>
          <p:nvPr/>
        </p:nvSpPr>
        <p:spPr>
          <a:xfrm>
            <a:off x="5598000" y="3909600"/>
            <a:ext cx="378000" cy="378000"/>
          </a:xfrm>
          <a:prstGeom prst="roundRect">
            <a:avLst>
              <a:gd name="adj" fmla="val 22000"/>
            </a:avLst>
          </a:prstGeom>
          <a:solidFill>
            <a:srgbClr val="F3F9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4" name="TextBox 153"/>
          <p:cNvSpPr txBox="1"/>
          <p:nvPr/>
        </p:nvSpPr>
        <p:spPr>
          <a:xfrm>
            <a:off x="5598000" y="3884399"/>
            <a:ext cx="378000" cy="378000"/>
          </a:xfrm>
          <a:prstGeom prst="rect">
            <a:avLst/>
          </a:prstGeom>
          <a:noFill/>
        </p:spPr>
        <p:txBody>
          <a:bodyPr wrap="square" anchor="ctr" lIns="36000" rIns="36000" tIns="7200" bIns="7200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700" b="0">
                <a:solidFill>
                  <a:srgbClr val="1A3A6B"/>
                </a:solidFill>
                <a:latin typeface="Meiryo"/>
              </a:rPr>
              <a:t>🌱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048000" y="3884399"/>
            <a:ext cx="1800000" cy="432000"/>
          </a:xfrm>
          <a:prstGeom prst="rect">
            <a:avLst/>
          </a:prstGeom>
          <a:noFill/>
        </p:spPr>
        <p:txBody>
          <a:bodyPr wrap="square" anchor="ctr" lIns="36000" rIns="36000" tIns="7200" bIns="72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1A3A6B"/>
                </a:solidFill>
                <a:latin typeface="Meiryo"/>
              </a:rPr>
              <a:t>今月の チャレンジ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94A3B8"/>
                </a:solidFill>
                <a:latin typeface="Meiryo"/>
              </a:rPr>
              <a:t>自分で きめた こと</a:t>
            </a:r>
          </a:p>
        </p:txBody>
      </p:sp>
      <p:sp>
        <p:nvSpPr>
          <p:cNvPr id="156" name="Oval 155"/>
          <p:cNvSpPr/>
          <p:nvPr/>
        </p:nvSpPr>
        <p:spPr>
          <a:xfrm>
            <a:off x="7830000" y="3990599"/>
            <a:ext cx="216000" cy="216000"/>
          </a:xfrm>
          <a:prstGeom prst="ellipse">
            <a:avLst/>
          </a:prstGeom>
          <a:solidFill>
            <a:srgbClr val="FFFFFF"/>
          </a:solidFill>
          <a:ln w="16510">
            <a:solidFill>
              <a:srgbClr val="C7D3D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7" name="TextBox 156"/>
          <p:cNvSpPr txBox="1"/>
          <p:nvPr/>
        </p:nvSpPr>
        <p:spPr>
          <a:xfrm>
            <a:off x="7812000" y="3983400"/>
            <a:ext cx="251999" cy="216000"/>
          </a:xfrm>
          <a:prstGeom prst="rect">
            <a:avLst/>
          </a:prstGeom>
          <a:noFill/>
        </p:spPr>
        <p:txBody>
          <a:bodyPr wrap="square" anchor="ctr" lIns="36000" rIns="36000" tIns="7200" bIns="7200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800" b="1">
                <a:solidFill>
                  <a:srgbClr val="94A3B8"/>
                </a:solidFill>
                <a:latin typeface="Meiryo"/>
              </a:rPr>
              <a:t>1</a:t>
            </a:r>
          </a:p>
        </p:txBody>
      </p:sp>
      <p:sp>
        <p:nvSpPr>
          <p:cNvPr id="158" name="Oval 157"/>
          <p:cNvSpPr/>
          <p:nvPr/>
        </p:nvSpPr>
        <p:spPr>
          <a:xfrm>
            <a:off x="8080200" y="3990599"/>
            <a:ext cx="216000" cy="216000"/>
          </a:xfrm>
          <a:prstGeom prst="ellipse">
            <a:avLst/>
          </a:prstGeom>
          <a:solidFill>
            <a:srgbClr val="FFFFFF"/>
          </a:solidFill>
          <a:ln w="16510">
            <a:solidFill>
              <a:srgbClr val="C7D3D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9" name="TextBox 158"/>
          <p:cNvSpPr txBox="1"/>
          <p:nvPr/>
        </p:nvSpPr>
        <p:spPr>
          <a:xfrm>
            <a:off x="8062200" y="3983400"/>
            <a:ext cx="251999" cy="216000"/>
          </a:xfrm>
          <a:prstGeom prst="rect">
            <a:avLst/>
          </a:prstGeom>
          <a:noFill/>
        </p:spPr>
        <p:txBody>
          <a:bodyPr wrap="square" anchor="ctr" lIns="36000" rIns="36000" tIns="7200" bIns="7200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800" b="1">
                <a:solidFill>
                  <a:srgbClr val="94A3B8"/>
                </a:solidFill>
                <a:latin typeface="Meiryo"/>
              </a:rPr>
              <a:t>2</a:t>
            </a:r>
          </a:p>
        </p:txBody>
      </p:sp>
      <p:sp>
        <p:nvSpPr>
          <p:cNvPr id="160" name="Oval 159"/>
          <p:cNvSpPr/>
          <p:nvPr/>
        </p:nvSpPr>
        <p:spPr>
          <a:xfrm>
            <a:off x="8330400" y="3990599"/>
            <a:ext cx="216000" cy="216000"/>
          </a:xfrm>
          <a:prstGeom prst="ellipse">
            <a:avLst/>
          </a:prstGeom>
          <a:solidFill>
            <a:srgbClr val="FFFFFF"/>
          </a:solidFill>
          <a:ln w="16510">
            <a:solidFill>
              <a:srgbClr val="C7D3D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1" name="TextBox 160"/>
          <p:cNvSpPr txBox="1"/>
          <p:nvPr/>
        </p:nvSpPr>
        <p:spPr>
          <a:xfrm>
            <a:off x="8312400" y="3983400"/>
            <a:ext cx="251999" cy="216000"/>
          </a:xfrm>
          <a:prstGeom prst="rect">
            <a:avLst/>
          </a:prstGeom>
          <a:noFill/>
        </p:spPr>
        <p:txBody>
          <a:bodyPr wrap="square" anchor="ctr" lIns="36000" rIns="36000" tIns="7200" bIns="7200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800" b="1">
                <a:solidFill>
                  <a:srgbClr val="94A3B8"/>
                </a:solidFill>
                <a:latin typeface="Meiryo"/>
              </a:rPr>
              <a:t>3</a:t>
            </a:r>
          </a:p>
        </p:txBody>
      </p:sp>
      <p:sp>
        <p:nvSpPr>
          <p:cNvPr id="162" name="Oval 161"/>
          <p:cNvSpPr/>
          <p:nvPr/>
        </p:nvSpPr>
        <p:spPr>
          <a:xfrm>
            <a:off x="8580600" y="3990599"/>
            <a:ext cx="216000" cy="216000"/>
          </a:xfrm>
          <a:prstGeom prst="ellipse">
            <a:avLst/>
          </a:prstGeom>
          <a:solidFill>
            <a:srgbClr val="FFFFFF"/>
          </a:solidFill>
          <a:ln w="16510">
            <a:solidFill>
              <a:srgbClr val="C7D3D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3" name="TextBox 162"/>
          <p:cNvSpPr txBox="1"/>
          <p:nvPr/>
        </p:nvSpPr>
        <p:spPr>
          <a:xfrm>
            <a:off x="8562600" y="3983400"/>
            <a:ext cx="251999" cy="216000"/>
          </a:xfrm>
          <a:prstGeom prst="rect">
            <a:avLst/>
          </a:prstGeom>
          <a:noFill/>
        </p:spPr>
        <p:txBody>
          <a:bodyPr wrap="square" anchor="ctr" lIns="36000" rIns="36000" tIns="7200" bIns="7200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800" b="1">
                <a:solidFill>
                  <a:srgbClr val="94A3B8"/>
                </a:solidFill>
                <a:latin typeface="Meiryo"/>
              </a:rPr>
              <a:t>4</a:t>
            </a:r>
          </a:p>
        </p:txBody>
      </p:sp>
      <p:sp>
        <p:nvSpPr>
          <p:cNvPr id="164" name="Oval 163"/>
          <p:cNvSpPr/>
          <p:nvPr/>
        </p:nvSpPr>
        <p:spPr>
          <a:xfrm>
            <a:off x="8830800" y="3990599"/>
            <a:ext cx="216000" cy="216000"/>
          </a:xfrm>
          <a:prstGeom prst="ellipse">
            <a:avLst/>
          </a:prstGeom>
          <a:solidFill>
            <a:srgbClr val="FFF6E0"/>
          </a:solidFill>
          <a:ln w="17780">
            <a:solidFill>
              <a:srgbClr val="FFC93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5" name="TextBox 164"/>
          <p:cNvSpPr txBox="1"/>
          <p:nvPr/>
        </p:nvSpPr>
        <p:spPr>
          <a:xfrm>
            <a:off x="8812800" y="3983400"/>
            <a:ext cx="251999" cy="216000"/>
          </a:xfrm>
          <a:prstGeom prst="rect">
            <a:avLst/>
          </a:prstGeom>
          <a:noFill/>
        </p:spPr>
        <p:txBody>
          <a:bodyPr wrap="square" anchor="ctr" lIns="36000" rIns="36000" tIns="7200" bIns="7200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800" b="0">
                <a:solidFill>
                  <a:srgbClr val="FF8C42"/>
                </a:solidFill>
                <a:latin typeface="Meiryo"/>
              </a:rPr>
              <a:t>⭐</a:t>
            </a:r>
          </a:p>
        </p:txBody>
      </p:sp>
      <p:sp>
        <p:nvSpPr>
          <p:cNvPr id="166" name="Oval 165"/>
          <p:cNvSpPr/>
          <p:nvPr/>
        </p:nvSpPr>
        <p:spPr>
          <a:xfrm>
            <a:off x="9081000" y="3990599"/>
            <a:ext cx="216000" cy="216000"/>
          </a:xfrm>
          <a:prstGeom prst="ellipse">
            <a:avLst/>
          </a:prstGeom>
          <a:solidFill>
            <a:srgbClr val="FFFFFF"/>
          </a:solidFill>
          <a:ln w="16510">
            <a:solidFill>
              <a:srgbClr val="C7D3D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7" name="TextBox 166"/>
          <p:cNvSpPr txBox="1"/>
          <p:nvPr/>
        </p:nvSpPr>
        <p:spPr>
          <a:xfrm>
            <a:off x="9063000" y="3983400"/>
            <a:ext cx="251999" cy="216000"/>
          </a:xfrm>
          <a:prstGeom prst="rect">
            <a:avLst/>
          </a:prstGeom>
          <a:noFill/>
        </p:spPr>
        <p:txBody>
          <a:bodyPr wrap="square" anchor="ctr" lIns="36000" rIns="36000" tIns="7200" bIns="7200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800" b="1">
                <a:solidFill>
                  <a:srgbClr val="94A3B8"/>
                </a:solidFill>
                <a:latin typeface="Meiryo"/>
              </a:rPr>
              <a:t>6</a:t>
            </a:r>
          </a:p>
        </p:txBody>
      </p:sp>
      <p:sp>
        <p:nvSpPr>
          <p:cNvPr id="168" name="Oval 167"/>
          <p:cNvSpPr/>
          <p:nvPr/>
        </p:nvSpPr>
        <p:spPr>
          <a:xfrm>
            <a:off x="9331200" y="3990599"/>
            <a:ext cx="216000" cy="216000"/>
          </a:xfrm>
          <a:prstGeom prst="ellipse">
            <a:avLst/>
          </a:prstGeom>
          <a:solidFill>
            <a:srgbClr val="FFFFFF"/>
          </a:solidFill>
          <a:ln w="16510">
            <a:solidFill>
              <a:srgbClr val="C7D3D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9" name="TextBox 168"/>
          <p:cNvSpPr txBox="1"/>
          <p:nvPr/>
        </p:nvSpPr>
        <p:spPr>
          <a:xfrm>
            <a:off x="9313200" y="3983400"/>
            <a:ext cx="251999" cy="216000"/>
          </a:xfrm>
          <a:prstGeom prst="rect">
            <a:avLst/>
          </a:prstGeom>
          <a:noFill/>
        </p:spPr>
        <p:txBody>
          <a:bodyPr wrap="square" anchor="ctr" lIns="36000" rIns="36000" tIns="7200" bIns="7200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800" b="1">
                <a:solidFill>
                  <a:srgbClr val="94A3B8"/>
                </a:solidFill>
                <a:latin typeface="Meiryo"/>
              </a:rPr>
              <a:t>7</a:t>
            </a:r>
          </a:p>
        </p:txBody>
      </p:sp>
      <p:sp>
        <p:nvSpPr>
          <p:cNvPr id="170" name="Oval 169"/>
          <p:cNvSpPr/>
          <p:nvPr/>
        </p:nvSpPr>
        <p:spPr>
          <a:xfrm>
            <a:off x="9581400" y="3990599"/>
            <a:ext cx="216000" cy="216000"/>
          </a:xfrm>
          <a:prstGeom prst="ellipse">
            <a:avLst/>
          </a:prstGeom>
          <a:solidFill>
            <a:srgbClr val="FFFFFF"/>
          </a:solidFill>
          <a:ln w="16510">
            <a:solidFill>
              <a:srgbClr val="C7D3D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1" name="TextBox 170"/>
          <p:cNvSpPr txBox="1"/>
          <p:nvPr/>
        </p:nvSpPr>
        <p:spPr>
          <a:xfrm>
            <a:off x="9563400" y="3983400"/>
            <a:ext cx="251999" cy="216000"/>
          </a:xfrm>
          <a:prstGeom prst="rect">
            <a:avLst/>
          </a:prstGeom>
          <a:noFill/>
        </p:spPr>
        <p:txBody>
          <a:bodyPr wrap="square" anchor="ctr" lIns="36000" rIns="36000" tIns="7200" bIns="7200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800" b="1">
                <a:solidFill>
                  <a:srgbClr val="94A3B8"/>
                </a:solidFill>
                <a:latin typeface="Meiryo"/>
              </a:rPr>
              <a:t>8</a:t>
            </a:r>
          </a:p>
        </p:txBody>
      </p:sp>
      <p:sp>
        <p:nvSpPr>
          <p:cNvPr id="172" name="Oval 171"/>
          <p:cNvSpPr/>
          <p:nvPr/>
        </p:nvSpPr>
        <p:spPr>
          <a:xfrm>
            <a:off x="9831600" y="3990599"/>
            <a:ext cx="216000" cy="216000"/>
          </a:xfrm>
          <a:prstGeom prst="ellipse">
            <a:avLst/>
          </a:prstGeom>
          <a:solidFill>
            <a:srgbClr val="FFFFFF"/>
          </a:solidFill>
          <a:ln w="16510">
            <a:solidFill>
              <a:srgbClr val="C7D3D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3" name="TextBox 172"/>
          <p:cNvSpPr txBox="1"/>
          <p:nvPr/>
        </p:nvSpPr>
        <p:spPr>
          <a:xfrm>
            <a:off x="9813600" y="3983400"/>
            <a:ext cx="251999" cy="216000"/>
          </a:xfrm>
          <a:prstGeom prst="rect">
            <a:avLst/>
          </a:prstGeom>
          <a:noFill/>
        </p:spPr>
        <p:txBody>
          <a:bodyPr wrap="square" anchor="ctr" lIns="36000" rIns="36000" tIns="7200" bIns="7200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800" b="1">
                <a:solidFill>
                  <a:srgbClr val="94A3B8"/>
                </a:solidFill>
                <a:latin typeface="Meiryo"/>
              </a:rPr>
              <a:t>9</a:t>
            </a:r>
          </a:p>
        </p:txBody>
      </p:sp>
      <p:sp>
        <p:nvSpPr>
          <p:cNvPr id="174" name="Oval 173"/>
          <p:cNvSpPr/>
          <p:nvPr/>
        </p:nvSpPr>
        <p:spPr>
          <a:xfrm>
            <a:off x="10081800" y="3990599"/>
            <a:ext cx="216000" cy="216000"/>
          </a:xfrm>
          <a:prstGeom prst="ellipse">
            <a:avLst/>
          </a:prstGeom>
          <a:solidFill>
            <a:srgbClr val="FCE7F0"/>
          </a:solidFill>
          <a:ln w="17780">
            <a:solidFill>
              <a:srgbClr val="E8197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5" name="TextBox 174"/>
          <p:cNvSpPr txBox="1"/>
          <p:nvPr/>
        </p:nvSpPr>
        <p:spPr>
          <a:xfrm>
            <a:off x="10063800" y="3983400"/>
            <a:ext cx="251999" cy="216000"/>
          </a:xfrm>
          <a:prstGeom prst="rect">
            <a:avLst/>
          </a:prstGeom>
          <a:noFill/>
        </p:spPr>
        <p:txBody>
          <a:bodyPr wrap="square" anchor="ctr" lIns="36000" rIns="36000" tIns="7200" bIns="7200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900" b="1">
                <a:solidFill>
                  <a:srgbClr val="E8197D"/>
                </a:solidFill>
                <a:latin typeface="Meiryo"/>
              </a:rPr>
              <a:t>✦</a:t>
            </a:r>
          </a:p>
        </p:txBody>
      </p:sp>
      <p:sp>
        <p:nvSpPr>
          <p:cNvPr id="176" name="Rounded Rectangle 175"/>
          <p:cNvSpPr/>
          <p:nvPr/>
        </p:nvSpPr>
        <p:spPr>
          <a:xfrm>
            <a:off x="251999" y="4554000"/>
            <a:ext cx="2304000" cy="1080000"/>
          </a:xfrm>
          <a:prstGeom prst="roundRect">
            <a:avLst>
              <a:gd name="adj" fmla="val 10000"/>
            </a:avLst>
          </a:prstGeom>
          <a:solidFill>
            <a:srgbClr val="F3F9FC"/>
          </a:solidFill>
          <a:ln w="20320">
            <a:solidFill>
              <a:srgbClr val="D6E3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7" name="TextBox 176"/>
          <p:cNvSpPr txBox="1"/>
          <p:nvPr/>
        </p:nvSpPr>
        <p:spPr>
          <a:xfrm>
            <a:off x="377999" y="4608000"/>
            <a:ext cx="2088000" cy="251999"/>
          </a:xfrm>
          <a:prstGeom prst="rect">
            <a:avLst/>
          </a:prstGeom>
          <a:noFill/>
        </p:spPr>
        <p:txBody>
          <a:bodyPr wrap="square" anchor="ctr" lIns="36000" rIns="36000" tIns="7200" bIns="7200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b="1">
                <a:solidFill>
                  <a:srgbClr val="5B7187"/>
                </a:solidFill>
                <a:latin typeface="Meiryo"/>
              </a:rPr>
              <a:t>👀 シールの 見かた</a:t>
            </a:r>
          </a:p>
        </p:txBody>
      </p:sp>
      <p:sp>
        <p:nvSpPr>
          <p:cNvPr id="178" name="Oval 177"/>
          <p:cNvSpPr/>
          <p:nvPr/>
        </p:nvSpPr>
        <p:spPr>
          <a:xfrm>
            <a:off x="396000" y="4932000"/>
            <a:ext cx="180000" cy="180000"/>
          </a:xfrm>
          <a:prstGeom prst="ellipse">
            <a:avLst/>
          </a:prstGeom>
          <a:solidFill>
            <a:srgbClr val="FFC9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9" name="Oval 178"/>
          <p:cNvSpPr/>
          <p:nvPr/>
        </p:nvSpPr>
        <p:spPr>
          <a:xfrm>
            <a:off x="619200" y="4932000"/>
            <a:ext cx="180000" cy="180000"/>
          </a:xfrm>
          <a:prstGeom prst="ellipse">
            <a:avLst/>
          </a:prstGeom>
          <a:solidFill>
            <a:srgbClr val="FFC9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0" name="Oval 179"/>
          <p:cNvSpPr/>
          <p:nvPr/>
        </p:nvSpPr>
        <p:spPr>
          <a:xfrm>
            <a:off x="842400" y="4932000"/>
            <a:ext cx="180000" cy="180000"/>
          </a:xfrm>
          <a:prstGeom prst="ellipse">
            <a:avLst/>
          </a:prstGeom>
          <a:solidFill>
            <a:srgbClr val="FFC9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1" name="Oval 180"/>
          <p:cNvSpPr/>
          <p:nvPr/>
        </p:nvSpPr>
        <p:spPr>
          <a:xfrm>
            <a:off x="1065600" y="4932000"/>
            <a:ext cx="180000" cy="180000"/>
          </a:xfrm>
          <a:prstGeom prst="ellipse">
            <a:avLst/>
          </a:prstGeom>
          <a:solidFill>
            <a:srgbClr val="FFC9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2" name="Oval 181"/>
          <p:cNvSpPr/>
          <p:nvPr/>
        </p:nvSpPr>
        <p:spPr>
          <a:xfrm>
            <a:off x="1288800" y="4932000"/>
            <a:ext cx="180000" cy="180000"/>
          </a:xfrm>
          <a:prstGeom prst="ellipse">
            <a:avLst/>
          </a:prstGeom>
          <a:solidFill>
            <a:srgbClr val="FFC9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3" name="TextBox 182"/>
          <p:cNvSpPr txBox="1"/>
          <p:nvPr/>
        </p:nvSpPr>
        <p:spPr>
          <a:xfrm>
            <a:off x="1584000" y="4896000"/>
            <a:ext cx="936000" cy="251999"/>
          </a:xfrm>
          <a:prstGeom prst="rect">
            <a:avLst/>
          </a:prstGeom>
          <a:noFill/>
        </p:spPr>
        <p:txBody>
          <a:bodyPr wrap="square" anchor="ctr" lIns="36000" rIns="36000" tIns="7200" bIns="7200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000" b="1">
                <a:solidFill>
                  <a:srgbClr val="15803D"/>
                </a:solidFill>
                <a:latin typeface="Meiryo"/>
              </a:rPr>
              <a:t>いっぱい ＝ とくい！</a:t>
            </a:r>
          </a:p>
        </p:txBody>
      </p:sp>
      <p:sp>
        <p:nvSpPr>
          <p:cNvPr id="184" name="Oval 183"/>
          <p:cNvSpPr/>
          <p:nvPr/>
        </p:nvSpPr>
        <p:spPr>
          <a:xfrm>
            <a:off x="396000" y="5256000"/>
            <a:ext cx="180000" cy="180000"/>
          </a:xfrm>
          <a:prstGeom prst="ellipse">
            <a:avLst/>
          </a:prstGeom>
          <a:solidFill>
            <a:srgbClr val="FFC9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5" name="Oval 184"/>
          <p:cNvSpPr/>
          <p:nvPr/>
        </p:nvSpPr>
        <p:spPr>
          <a:xfrm>
            <a:off x="619200" y="5256000"/>
            <a:ext cx="180000" cy="180000"/>
          </a:xfrm>
          <a:prstGeom prst="ellipse">
            <a:avLst/>
          </a:prstGeom>
          <a:solidFill>
            <a:srgbClr val="FFFFFF"/>
          </a:solidFill>
          <a:ln w="16510">
            <a:solidFill>
              <a:srgbClr val="C7D3D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6" name="Oval 185"/>
          <p:cNvSpPr/>
          <p:nvPr/>
        </p:nvSpPr>
        <p:spPr>
          <a:xfrm>
            <a:off x="842400" y="5256000"/>
            <a:ext cx="180000" cy="180000"/>
          </a:xfrm>
          <a:prstGeom prst="ellipse">
            <a:avLst/>
          </a:prstGeom>
          <a:solidFill>
            <a:srgbClr val="FFFFFF"/>
          </a:solidFill>
          <a:ln w="16510">
            <a:solidFill>
              <a:srgbClr val="C7D3D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7" name="Oval 186"/>
          <p:cNvSpPr/>
          <p:nvPr/>
        </p:nvSpPr>
        <p:spPr>
          <a:xfrm>
            <a:off x="1065600" y="5256000"/>
            <a:ext cx="180000" cy="180000"/>
          </a:xfrm>
          <a:prstGeom prst="ellipse">
            <a:avLst/>
          </a:prstGeom>
          <a:solidFill>
            <a:srgbClr val="FFFFFF"/>
          </a:solidFill>
          <a:ln w="16510">
            <a:solidFill>
              <a:srgbClr val="C7D3D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8" name="Oval 187"/>
          <p:cNvSpPr/>
          <p:nvPr/>
        </p:nvSpPr>
        <p:spPr>
          <a:xfrm>
            <a:off x="1288800" y="5256000"/>
            <a:ext cx="180000" cy="180000"/>
          </a:xfrm>
          <a:prstGeom prst="ellipse">
            <a:avLst/>
          </a:prstGeom>
          <a:solidFill>
            <a:srgbClr val="FFFFFF"/>
          </a:solidFill>
          <a:ln w="16510">
            <a:solidFill>
              <a:srgbClr val="C7D3D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9" name="TextBox 188"/>
          <p:cNvSpPr txBox="1"/>
          <p:nvPr/>
        </p:nvSpPr>
        <p:spPr>
          <a:xfrm>
            <a:off x="1584000" y="5220000"/>
            <a:ext cx="936000" cy="324000"/>
          </a:xfrm>
          <a:prstGeom prst="rect">
            <a:avLst/>
          </a:prstGeom>
          <a:noFill/>
        </p:spPr>
        <p:txBody>
          <a:bodyPr wrap="square" anchor="ctr" lIns="36000" rIns="36000" tIns="7200" bIns="72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FF8C42"/>
                </a:solidFill>
                <a:latin typeface="Meiryo"/>
              </a:rPr>
              <a:t>すくない ＝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FF8C42"/>
                </a:solidFill>
                <a:latin typeface="Meiryo"/>
              </a:rPr>
              <a:t>いっしょに れんしゅう</a:t>
            </a:r>
          </a:p>
        </p:txBody>
      </p:sp>
      <p:sp>
        <p:nvSpPr>
          <p:cNvPr id="190" name="Rounded Rectangle 189"/>
          <p:cNvSpPr/>
          <p:nvPr/>
        </p:nvSpPr>
        <p:spPr>
          <a:xfrm>
            <a:off x="2664000" y="4554000"/>
            <a:ext cx="3384000" cy="1080000"/>
          </a:xfrm>
          <a:prstGeom prst="roundRect">
            <a:avLst>
              <a:gd name="adj" fmla="val 10000"/>
            </a:avLst>
          </a:prstGeom>
          <a:solidFill>
            <a:srgbClr val="FFFDF5"/>
          </a:solidFill>
          <a:ln w="20320">
            <a:solidFill>
              <a:srgbClr val="FFC93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1" name="TextBox 190"/>
          <p:cNvSpPr txBox="1"/>
          <p:nvPr/>
        </p:nvSpPr>
        <p:spPr>
          <a:xfrm>
            <a:off x="2790000" y="4608000"/>
            <a:ext cx="3168000" cy="251999"/>
          </a:xfrm>
          <a:prstGeom prst="rect">
            <a:avLst/>
          </a:prstGeom>
          <a:noFill/>
        </p:spPr>
        <p:txBody>
          <a:bodyPr wrap="square" anchor="ctr" lIns="36000" rIns="36000" tIns="7200" bIns="7200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b="1">
                <a:solidFill>
                  <a:srgbClr val="FF8C42"/>
                </a:solidFill>
                <a:latin typeface="Meiryo"/>
              </a:rPr>
              <a:t>🎁 ごほうび</a:t>
            </a:r>
          </a:p>
        </p:txBody>
      </p:sp>
      <p:sp>
        <p:nvSpPr>
          <p:cNvPr id="192" name="TextBox 191"/>
          <p:cNvSpPr txBox="1"/>
          <p:nvPr/>
        </p:nvSpPr>
        <p:spPr>
          <a:xfrm>
            <a:off x="2790000" y="4878000"/>
            <a:ext cx="288000" cy="198000"/>
          </a:xfrm>
          <a:prstGeom prst="rect">
            <a:avLst/>
          </a:prstGeom>
          <a:noFill/>
        </p:spPr>
        <p:txBody>
          <a:bodyPr wrap="square" anchor="ctr" lIns="36000" rIns="36000" tIns="7200" bIns="7200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b="0">
                <a:solidFill>
                  <a:srgbClr val="1A3A6B"/>
                </a:solidFill>
                <a:latin typeface="Meiryo"/>
              </a:rPr>
              <a:t>🥉</a:t>
            </a:r>
          </a:p>
        </p:txBody>
      </p:sp>
      <p:sp>
        <p:nvSpPr>
          <p:cNvPr id="193" name="TextBox 192"/>
          <p:cNvSpPr txBox="1"/>
          <p:nvPr/>
        </p:nvSpPr>
        <p:spPr>
          <a:xfrm>
            <a:off x="3078000" y="4878000"/>
            <a:ext cx="1080000" cy="198000"/>
          </a:xfrm>
          <a:prstGeom prst="rect">
            <a:avLst/>
          </a:prstGeom>
          <a:noFill/>
        </p:spPr>
        <p:txBody>
          <a:bodyPr wrap="square" anchor="ctr" lIns="36000" rIns="36000" tIns="7200" bIns="7200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000" b="1">
                <a:solidFill>
                  <a:srgbClr val="FF8C42"/>
                </a:solidFill>
                <a:latin typeface="Meiryo"/>
              </a:rPr>
              <a:t>シール 10こ</a:t>
            </a:r>
          </a:p>
        </p:txBody>
      </p:sp>
      <p:sp>
        <p:nvSpPr>
          <p:cNvPr id="194" name="TextBox 193"/>
          <p:cNvSpPr txBox="1"/>
          <p:nvPr/>
        </p:nvSpPr>
        <p:spPr>
          <a:xfrm>
            <a:off x="4104000" y="4878000"/>
            <a:ext cx="216000" cy="198000"/>
          </a:xfrm>
          <a:prstGeom prst="rect">
            <a:avLst/>
          </a:prstGeom>
          <a:noFill/>
        </p:spPr>
        <p:txBody>
          <a:bodyPr wrap="square" anchor="ctr" lIns="36000" rIns="36000" tIns="7200" bIns="7200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000" b="1">
                <a:solidFill>
                  <a:srgbClr val="CBB36A"/>
                </a:solidFill>
                <a:latin typeface="Meiryo"/>
              </a:rPr>
              <a:t>→</a:t>
            </a:r>
          </a:p>
        </p:txBody>
      </p:sp>
      <p:cxnSp>
        <p:nvCxnSpPr>
          <p:cNvPr id="195" name="Connector 194"/>
          <p:cNvCxnSpPr/>
          <p:nvPr/>
        </p:nvCxnSpPr>
        <p:spPr>
          <a:xfrm>
            <a:off x="4356000" y="5004000"/>
            <a:ext cx="1548000" cy="0"/>
          </a:xfrm>
          <a:prstGeom prst="bentConnector3">
            <a:avLst/>
          </a:prstGeom>
          <a:ln w="15240">
            <a:solidFill>
              <a:srgbClr val="C3D0DD"/>
            </a:solidFill>
            <a:prstDash val="sysDash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6" name="TextBox 195"/>
          <p:cNvSpPr txBox="1"/>
          <p:nvPr/>
        </p:nvSpPr>
        <p:spPr>
          <a:xfrm>
            <a:off x="2790000" y="5101199"/>
            <a:ext cx="288000" cy="198000"/>
          </a:xfrm>
          <a:prstGeom prst="rect">
            <a:avLst/>
          </a:prstGeom>
          <a:noFill/>
        </p:spPr>
        <p:txBody>
          <a:bodyPr wrap="square" anchor="ctr" lIns="36000" rIns="36000" tIns="7200" bIns="7200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b="0">
                <a:solidFill>
                  <a:srgbClr val="1A3A6B"/>
                </a:solidFill>
                <a:latin typeface="Meiryo"/>
              </a:rPr>
              <a:t>🥈</a:t>
            </a:r>
          </a:p>
        </p:txBody>
      </p:sp>
      <p:sp>
        <p:nvSpPr>
          <p:cNvPr id="197" name="TextBox 196"/>
          <p:cNvSpPr txBox="1"/>
          <p:nvPr/>
        </p:nvSpPr>
        <p:spPr>
          <a:xfrm>
            <a:off x="3078000" y="5101199"/>
            <a:ext cx="1080000" cy="198000"/>
          </a:xfrm>
          <a:prstGeom prst="rect">
            <a:avLst/>
          </a:prstGeom>
          <a:noFill/>
        </p:spPr>
        <p:txBody>
          <a:bodyPr wrap="square" anchor="ctr" lIns="36000" rIns="36000" tIns="7200" bIns="7200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000" b="1">
                <a:solidFill>
                  <a:srgbClr val="FF8C42"/>
                </a:solidFill>
                <a:latin typeface="Meiryo"/>
              </a:rPr>
              <a:t>シール 30こ</a:t>
            </a:r>
          </a:p>
        </p:txBody>
      </p:sp>
      <p:sp>
        <p:nvSpPr>
          <p:cNvPr id="198" name="TextBox 197"/>
          <p:cNvSpPr txBox="1"/>
          <p:nvPr/>
        </p:nvSpPr>
        <p:spPr>
          <a:xfrm>
            <a:off x="4104000" y="5101199"/>
            <a:ext cx="216000" cy="198000"/>
          </a:xfrm>
          <a:prstGeom prst="rect">
            <a:avLst/>
          </a:prstGeom>
          <a:noFill/>
        </p:spPr>
        <p:txBody>
          <a:bodyPr wrap="square" anchor="ctr" lIns="36000" rIns="36000" tIns="7200" bIns="7200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000" b="1">
                <a:solidFill>
                  <a:srgbClr val="CBB36A"/>
                </a:solidFill>
                <a:latin typeface="Meiryo"/>
              </a:rPr>
              <a:t>→</a:t>
            </a:r>
          </a:p>
        </p:txBody>
      </p:sp>
      <p:cxnSp>
        <p:nvCxnSpPr>
          <p:cNvPr id="199" name="Connector 198"/>
          <p:cNvCxnSpPr/>
          <p:nvPr/>
        </p:nvCxnSpPr>
        <p:spPr>
          <a:xfrm>
            <a:off x="4356000" y="5227200"/>
            <a:ext cx="1548000" cy="0"/>
          </a:xfrm>
          <a:prstGeom prst="bentConnector3">
            <a:avLst/>
          </a:prstGeom>
          <a:ln w="15240">
            <a:solidFill>
              <a:srgbClr val="C3D0DD"/>
            </a:solidFill>
            <a:prstDash val="sysDash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0" name="TextBox 199"/>
          <p:cNvSpPr txBox="1"/>
          <p:nvPr/>
        </p:nvSpPr>
        <p:spPr>
          <a:xfrm>
            <a:off x="2790000" y="5324400"/>
            <a:ext cx="288000" cy="198000"/>
          </a:xfrm>
          <a:prstGeom prst="rect">
            <a:avLst/>
          </a:prstGeom>
          <a:noFill/>
        </p:spPr>
        <p:txBody>
          <a:bodyPr wrap="square" anchor="ctr" lIns="36000" rIns="36000" tIns="7200" bIns="7200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b="0">
                <a:solidFill>
                  <a:srgbClr val="1A3A6B"/>
                </a:solidFill>
                <a:latin typeface="Meiryo"/>
              </a:rPr>
              <a:t>🥇</a:t>
            </a:r>
          </a:p>
        </p:txBody>
      </p:sp>
      <p:sp>
        <p:nvSpPr>
          <p:cNvPr id="201" name="TextBox 200"/>
          <p:cNvSpPr txBox="1"/>
          <p:nvPr/>
        </p:nvSpPr>
        <p:spPr>
          <a:xfrm>
            <a:off x="3078000" y="5324400"/>
            <a:ext cx="1080000" cy="198000"/>
          </a:xfrm>
          <a:prstGeom prst="rect">
            <a:avLst/>
          </a:prstGeom>
          <a:noFill/>
        </p:spPr>
        <p:txBody>
          <a:bodyPr wrap="square" anchor="ctr" lIns="36000" rIns="36000" tIns="7200" bIns="7200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000" b="1">
                <a:solidFill>
                  <a:srgbClr val="FF8C42"/>
                </a:solidFill>
                <a:latin typeface="Meiryo"/>
              </a:rPr>
              <a:t>ぜんぶ そろう</a:t>
            </a:r>
          </a:p>
        </p:txBody>
      </p:sp>
      <p:sp>
        <p:nvSpPr>
          <p:cNvPr id="202" name="TextBox 201"/>
          <p:cNvSpPr txBox="1"/>
          <p:nvPr/>
        </p:nvSpPr>
        <p:spPr>
          <a:xfrm>
            <a:off x="4104000" y="5324400"/>
            <a:ext cx="216000" cy="198000"/>
          </a:xfrm>
          <a:prstGeom prst="rect">
            <a:avLst/>
          </a:prstGeom>
          <a:noFill/>
        </p:spPr>
        <p:txBody>
          <a:bodyPr wrap="square" anchor="ctr" lIns="36000" rIns="36000" tIns="7200" bIns="7200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000" b="1">
                <a:solidFill>
                  <a:srgbClr val="CBB36A"/>
                </a:solidFill>
                <a:latin typeface="Meiryo"/>
              </a:rPr>
              <a:t>→</a:t>
            </a:r>
          </a:p>
        </p:txBody>
      </p:sp>
      <p:cxnSp>
        <p:nvCxnSpPr>
          <p:cNvPr id="203" name="Connector 202"/>
          <p:cNvCxnSpPr/>
          <p:nvPr/>
        </p:nvCxnSpPr>
        <p:spPr>
          <a:xfrm>
            <a:off x="4356000" y="5450400"/>
            <a:ext cx="1548000" cy="0"/>
          </a:xfrm>
          <a:prstGeom prst="bentConnector3">
            <a:avLst/>
          </a:prstGeom>
          <a:ln w="15240">
            <a:solidFill>
              <a:srgbClr val="C3D0DD"/>
            </a:solidFill>
            <a:prstDash val="sysDash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4" name="TextBox 203"/>
          <p:cNvSpPr txBox="1"/>
          <p:nvPr/>
        </p:nvSpPr>
        <p:spPr>
          <a:xfrm>
            <a:off x="2790000" y="5497200"/>
            <a:ext cx="3168000" cy="144000"/>
          </a:xfrm>
          <a:prstGeom prst="rect">
            <a:avLst/>
          </a:prstGeom>
          <a:noFill/>
        </p:spPr>
        <p:txBody>
          <a:bodyPr wrap="square" anchor="ctr" lIns="36000" rIns="36000" tIns="7200" bIns="7200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850" b="1">
                <a:solidFill>
                  <a:srgbClr val="B09A4E"/>
                </a:solidFill>
                <a:latin typeface="Meiryo"/>
              </a:rPr>
              <a:t>＊ごほうびは 子どもと いっしょに きめると やる気アップ！</a:t>
            </a:r>
          </a:p>
        </p:txBody>
      </p:sp>
      <p:sp>
        <p:nvSpPr>
          <p:cNvPr id="205" name="Rounded Rectangle 204"/>
          <p:cNvSpPr/>
          <p:nvPr/>
        </p:nvSpPr>
        <p:spPr>
          <a:xfrm>
            <a:off x="6228000" y="4554000"/>
            <a:ext cx="4212000" cy="10800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20320">
            <a:solidFill>
              <a:srgbClr val="F687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6" name="TextBox 205"/>
          <p:cNvSpPr txBox="1"/>
          <p:nvPr/>
        </p:nvSpPr>
        <p:spPr>
          <a:xfrm>
            <a:off x="6354000" y="4608000"/>
            <a:ext cx="3996000" cy="251999"/>
          </a:xfrm>
          <a:prstGeom prst="rect">
            <a:avLst/>
          </a:prstGeom>
          <a:noFill/>
        </p:spPr>
        <p:txBody>
          <a:bodyPr wrap="square" anchor="ctr" lIns="36000" rIns="36000" tIns="7200" bIns="7200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150" b="1">
                <a:solidFill>
                  <a:srgbClr val="E8197D"/>
                </a:solidFill>
                <a:latin typeface="Meiryo"/>
              </a:rPr>
              <a:t>💬 今月の ふりかえり・がんばったね メッセージ</a:t>
            </a:r>
          </a:p>
        </p:txBody>
      </p:sp>
      <p:cxnSp>
        <p:nvCxnSpPr>
          <p:cNvPr id="207" name="Connector 206"/>
          <p:cNvCxnSpPr/>
          <p:nvPr/>
        </p:nvCxnSpPr>
        <p:spPr>
          <a:xfrm>
            <a:off x="6372000" y="5040000"/>
            <a:ext cx="3924000" cy="0"/>
          </a:xfrm>
          <a:prstGeom prst="bentConnector3">
            <a:avLst/>
          </a:prstGeom>
          <a:ln w="15240">
            <a:solidFill>
              <a:srgbClr val="E3B9CF"/>
            </a:solidFill>
            <a:prstDash val="sysDash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8" name="Connector 207"/>
          <p:cNvCxnSpPr/>
          <p:nvPr/>
        </p:nvCxnSpPr>
        <p:spPr>
          <a:xfrm>
            <a:off x="6372000" y="5292000"/>
            <a:ext cx="3924000" cy="0"/>
          </a:xfrm>
          <a:prstGeom prst="bentConnector3">
            <a:avLst/>
          </a:prstGeom>
          <a:ln w="15240">
            <a:solidFill>
              <a:srgbClr val="E3B9CF"/>
            </a:solidFill>
            <a:prstDash val="sysDash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9" name="TextBox 208"/>
          <p:cNvSpPr txBox="1"/>
          <p:nvPr/>
        </p:nvSpPr>
        <p:spPr>
          <a:xfrm>
            <a:off x="6372000" y="5436000"/>
            <a:ext cx="3923999" cy="180000"/>
          </a:xfrm>
          <a:prstGeom prst="rect">
            <a:avLst/>
          </a:prstGeom>
          <a:noFill/>
        </p:spPr>
        <p:txBody>
          <a:bodyPr wrap="square" anchor="ctr" lIns="36000" rIns="36000" tIns="7200" bIns="7200">
            <a:spAutoFit/>
          </a:bodyPr>
          <a:lstStyle/>
          <a:p>
            <a:pPr algn="r">
              <a:spcBef>
                <a:spcPts val="0"/>
              </a:spcBef>
              <a:spcAft>
                <a:spcPts val="200"/>
              </a:spcAft>
            </a:pPr>
            <a:r>
              <a:rPr sz="1000" b="1">
                <a:solidFill>
                  <a:srgbClr val="94A3B8"/>
                </a:solidFill>
                <a:latin typeface="Meiryo"/>
              </a:rPr>
              <a:t>先生・おうちの人 ＿＿＿＿＿＿＿</a:t>
            </a:r>
          </a:p>
        </p:txBody>
      </p:sp>
      <p:sp>
        <p:nvSpPr>
          <p:cNvPr id="210" name="TextBox 209"/>
          <p:cNvSpPr txBox="1"/>
          <p:nvPr/>
        </p:nvSpPr>
        <p:spPr>
          <a:xfrm>
            <a:off x="251999" y="5742000"/>
            <a:ext cx="8100000" cy="540000"/>
          </a:xfrm>
          <a:prstGeom prst="rect">
            <a:avLst/>
          </a:prstGeom>
          <a:noFill/>
        </p:spPr>
        <p:txBody>
          <a:bodyPr wrap="square" anchor="t" lIns="36000" rIns="36000" tIns="7200" bIns="7200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900" b="1">
                <a:solidFill>
                  <a:srgbClr val="2BA8C9"/>
                </a:solidFill>
                <a:latin typeface="Meiryo"/>
              </a:rPr>
              <a:t>使い方  </a:t>
            </a:r>
            <a:r>
              <a:rPr sz="900" b="0">
                <a:solidFill>
                  <a:srgbClr val="94A3B8"/>
                </a:solidFill>
                <a:latin typeface="Meiryo"/>
              </a:rPr>
              <a:t>毎日の 終わりに 子どもと いっしょに ふり返り、できた 目標に シールを 1まい 貼る。注意の 代わりに「できた所を 見つけて すぐ ほめる」ことを 続けると、行動が 身に つきやすく なります。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900" b="0">
                <a:solidFill>
                  <a:srgbClr val="94A3B8"/>
                </a:solidFill>
                <a:latin typeface="Meiryo"/>
              </a:rPr>
              <a:t>目標①〜④は 個別支援計画の 課題から、⑤⑥は その子の 成長・チャレンジから 書きかえてOK。</a:t>
            </a:r>
          </a:p>
        </p:txBody>
      </p:sp>
      <p:sp>
        <p:nvSpPr>
          <p:cNvPr id="211" name="TextBox 210"/>
          <p:cNvSpPr txBox="1"/>
          <p:nvPr/>
        </p:nvSpPr>
        <p:spPr>
          <a:xfrm>
            <a:off x="8460000" y="5742000"/>
            <a:ext cx="1980000" cy="432000"/>
          </a:xfrm>
          <a:prstGeom prst="rect">
            <a:avLst/>
          </a:prstGeom>
          <a:noFill/>
        </p:spPr>
        <p:txBody>
          <a:bodyPr wrap="square" anchor="ctr" lIns="36000" rIns="36000" tIns="7200" bIns="720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2BA8C9"/>
                </a:solidFill>
                <a:latin typeface="Meiryo"/>
              </a:rPr>
              <a:t>放課後等デイサービス 夢門塾</a:t>
            </a:r>
          </a:p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94A3B8"/>
                </a:solidFill>
                <a:latin typeface="Meiryo"/>
              </a:rPr>
              <a:t>M U M O N J U K U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